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305" r:id="rId6"/>
    <p:sldId id="314" r:id="rId7"/>
    <p:sldId id="313" r:id="rId8"/>
    <p:sldId id="309" r:id="rId9"/>
    <p:sldId id="311" r:id="rId10"/>
    <p:sldId id="306" r:id="rId11"/>
    <p:sldId id="307" r:id="rId12"/>
    <p:sldId id="308" r:id="rId13"/>
    <p:sldId id="310" r:id="rId14"/>
    <p:sldId id="312" r:id="rId1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EBF"/>
    <a:srgbClr val="E37892"/>
    <a:srgbClr val="DC6D3D"/>
    <a:srgbClr val="7C53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B73FC-D28C-4B0B-B7BA-DACD5ED0683C}" v="182" dt="2024-10-07T12:27:23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88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852C0-B3AD-422A-8AC7-999B4B96542A}" type="datetimeFigureOut">
              <a:rPr lang="en-GB" smtClean="0"/>
              <a:t>14/11/2024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DEC08-3FA1-4AFD-BCF5-808F173EFE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14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D26C-DFF4-89A2-2482-E20455D45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C2100-FF5B-385D-B839-F84A0BC6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3FEB6-06B2-6EFB-0AE9-AC77E8621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58E6-68E5-4178-872D-0F851C97ED69}" type="datetime1">
              <a:rPr lang="en-GB" smtClean="0"/>
              <a:t>14/11/2024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FBDB2-84FA-C157-3A37-486CC393A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4BC0-0032-54C6-A799-9AB2181B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7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F498-19DB-6E01-7FB5-00D06BB5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7A2E-E952-175D-3465-4EC68CE09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539FF-93BF-C465-91B4-2E9DAD6C0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CA08-C688-4736-B48D-54330E3B0660}" type="datetime1">
              <a:rPr lang="en-GB" smtClean="0"/>
              <a:t>14/11/2024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432BC-4283-CDFC-421D-D469F9FD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9DBCB-CF2E-A93D-7EAD-4F3C3D03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74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D6B6-D232-948A-138C-DA2EA563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F10EA-3DC8-49EA-1B91-F8BA0D4E3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842CF-830F-0F98-AA72-BD20CF95B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2959-0F8E-4F90-871A-8F5FD7C39EC8}" type="datetime1">
              <a:rPr lang="en-GB" smtClean="0"/>
              <a:t>14/11/2024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15230-A070-5921-67DC-E21CDBD9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30522-B86C-47BA-4EC4-96DA3B80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16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EF9F-57E7-E39A-924F-40627791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8A653-56EF-0E36-7C60-F0AB4E047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E3201-4AEC-0EE4-AD34-965D48A2C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2B446-0666-4388-4CEA-66DEAE80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47246-D1ED-490C-B907-18BC78CE6760}" type="datetime1">
              <a:rPr lang="en-GB" smtClean="0"/>
              <a:t>14/11/2024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F28DE-F1EF-5513-AEF7-BE8C8538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6949C-F1C7-9FF5-B414-EDB1D953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96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1561-8400-F069-8912-90780363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30A9F-C03B-8836-A9DD-C07EF1EBD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CA115-9320-4AFB-56DB-F86430A3C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65246-78A1-C25A-36AE-EE96C7B22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EC2AB-5B46-C77E-F578-525D30906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2CB54-CCDD-03DA-FAA6-FE8E034F6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20BB0-71AE-4107-B014-A2BC23E779E7}" type="datetime1">
              <a:rPr lang="en-GB" smtClean="0"/>
              <a:t>14/11/2024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57FCD-8E23-5C7A-4DF8-2EABECF4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0589B-C2AF-D188-85F6-E000DD45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3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9816-87D9-5919-2408-9BF55263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6B25E-8C39-6683-5580-2DE6CD04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30EF8-B2C4-45D1-9C57-5415AFB88FFD}" type="datetime1">
              <a:rPr lang="en-GB" smtClean="0"/>
              <a:t>14/11/2024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6C932-4559-32D7-CC00-D8A77EA4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0C747-99FD-FBFB-801D-DC6789BA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87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F875B-7529-4CF6-F2F1-6DA7506E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D74F-8DB5-4E16-85A3-7EB5BBD6A1D0}" type="datetime1">
              <a:rPr lang="en-GB" smtClean="0"/>
              <a:t>14/11/2024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D7500-20CB-4823-237E-F92369B9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475FE-7AB9-FEF4-7C55-BBBBB64F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49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1947-E442-AE9C-B1C0-7FDD992F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4244-3C7D-E5C2-5704-8115CA484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8AED1-F303-1ADD-20EE-9717360E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AEDE8-F5BD-D9A8-8D4C-900D04A1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43B4-2A34-40EC-A0AA-458AEED764AC}" type="datetime1">
              <a:rPr lang="en-GB" smtClean="0"/>
              <a:t>14/11/2024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427B5-241A-751E-6FD1-DE8FDADC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00003-AE23-0B2B-F6D7-F33A049D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03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2D28D-EF0E-BB0F-A503-9A9C312E1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DFF94-8511-9A60-1C65-399A2C37C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FF2FB-3507-F506-B576-B6A8E1515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22664-5242-EC6A-F23F-CB4214A47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BFF93-216F-4D16-9658-CAD79F528681}" type="datetime1">
              <a:rPr lang="en-GB" smtClean="0"/>
              <a:t>14/11/2024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F2B1C-BDBC-96AE-1529-785D4B4E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4FE0F-0F73-6AA4-3535-2BA125B4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507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5430-EFC8-1BDF-D8CC-327531F7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30876-531C-622C-1D53-368A88C92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0F00B-3598-EBF6-10DC-1DC1AE72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27954-6BA2-48F8-8324-E7B42E1DF6B8}" type="datetime1">
              <a:rPr lang="en-GB" smtClean="0"/>
              <a:t>14/11/2024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E92D5-005B-5214-A84D-63B9732C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52FC3-382D-2EAA-4DAA-80B17BE6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01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1345F8-3A76-C88E-3AA8-D33BABDB0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33F38-8D14-742E-5719-6BD78FCCE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36E6B-F8CD-EA85-8C83-0C2F1835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D4326-195C-4919-8134-94385E9DEDD3}" type="datetime1">
              <a:rPr lang="en-GB" smtClean="0"/>
              <a:t>14/11/2024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C20BB-3524-0620-7529-6FE6DFBAB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46E69-B698-7D32-9C03-1BBE5B48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75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353DD-2100-041D-43A6-665172502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90962-4262-44AB-26FA-957C7D5E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C8467-1291-74AF-0602-7E5F1A9DB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77C4E-3FF8-4D7B-9C77-296658F7CF32}" type="datetime1">
              <a:rPr lang="en-GB" smtClean="0"/>
              <a:t>14/11/2024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DD07F-7F85-FE61-1FDB-ACFE50B00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56E40-7754-88D2-9083-64B8A8027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74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081C-AB28-F728-2D40-408A50406E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Montserrat Light" pitchFamily="2" charset="0"/>
              </a:rPr>
              <a:t>Weekly Update #32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00D92-1E8E-3C02-5128-031D9B744B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Montserrat" pitchFamily="2" charset="0"/>
              </a:rPr>
              <a:t>Gijs Admiraal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21FEE-C09C-57D1-63F0-9C80EA125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8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4161-AD33-6DEF-4DA4-A9D3F9F4E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week?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9469F-7820-9DB1-F28C-B5063CD91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Rewriting paper</a:t>
            </a:r>
          </a:p>
          <a:p>
            <a:pPr lvl="1"/>
            <a:r>
              <a:rPr lang="en-GB" dirty="0"/>
              <a:t>Small changes here and there</a:t>
            </a:r>
          </a:p>
          <a:p>
            <a:r>
              <a:rPr lang="en-GB" dirty="0"/>
              <a:t>Validating amino acid models</a:t>
            </a:r>
          </a:p>
          <a:p>
            <a:pPr lvl="1"/>
            <a:r>
              <a:rPr lang="en-GB" dirty="0"/>
              <a:t>From epoch 15 to 30</a:t>
            </a:r>
          </a:p>
          <a:p>
            <a:r>
              <a:rPr lang="en-GB" dirty="0"/>
              <a:t>Evaluating amino acid models</a:t>
            </a:r>
          </a:p>
          <a:p>
            <a:pPr lvl="1"/>
            <a:r>
              <a:rPr lang="en-GB" dirty="0"/>
              <a:t>Last checkpoint</a:t>
            </a:r>
          </a:p>
          <a:p>
            <a:r>
              <a:rPr lang="en-GB" dirty="0"/>
              <a:t>Training further on selfies models</a:t>
            </a:r>
          </a:p>
          <a:p>
            <a:pPr lvl="1"/>
            <a:r>
              <a:rPr lang="en-GB" dirty="0"/>
              <a:t>Currently at epoch 7</a:t>
            </a:r>
          </a:p>
          <a:p>
            <a:r>
              <a:rPr lang="en-GB" dirty="0"/>
              <a:t>Cluster priority not possible</a:t>
            </a:r>
          </a:p>
          <a:p>
            <a:pPr lvl="1"/>
            <a:r>
              <a:rPr lang="en-GB" dirty="0"/>
              <a:t>Asked for reservations but no answer</a:t>
            </a:r>
          </a:p>
          <a:p>
            <a:r>
              <a:rPr lang="en-GB" dirty="0"/>
              <a:t>Questions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52FA8-36DE-5E90-DFAA-172C24E8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65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98C16-FA79-D008-D63D-7C0DAA898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Current validation plot on amino </a:t>
            </a:r>
            <a:r>
              <a:rPr lang="en-GB" dirty="0" err="1"/>
              <a:t>uni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93B6F-08B0-96BF-57CA-AADD6250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51A84A-17B8-849B-56F3-015CA03FC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365" y="1678168"/>
            <a:ext cx="7950724" cy="5033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9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25E6-A2D7-FE12-3E2B-B15EB467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Flow of information?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739D7-5FB5-C3E6-0C98-4A28F06BA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Background</a:t>
            </a:r>
          </a:p>
          <a:p>
            <a:pPr lvl="1"/>
            <a:r>
              <a:rPr lang="en-GB" dirty="0"/>
              <a:t>What is D3PM, ByteNet &amp; SELFIES</a:t>
            </a:r>
          </a:p>
          <a:p>
            <a:r>
              <a:rPr lang="en-GB" dirty="0"/>
              <a:t>Method</a:t>
            </a:r>
          </a:p>
          <a:p>
            <a:pPr lvl="1"/>
            <a:r>
              <a:rPr lang="en-GB" dirty="0"/>
              <a:t>Why &amp; small how to use UniRef50, D3PM, ByteNet &amp; SELFIES</a:t>
            </a:r>
          </a:p>
          <a:p>
            <a:r>
              <a:rPr lang="en-GB" dirty="0"/>
              <a:t>Experimental setup</a:t>
            </a:r>
          </a:p>
          <a:p>
            <a:pPr lvl="1"/>
            <a:r>
              <a:rPr lang="en-GB" dirty="0"/>
              <a:t>How exactly (details)</a:t>
            </a:r>
          </a:p>
          <a:p>
            <a:pPr lvl="1"/>
            <a:r>
              <a:rPr lang="en-GB" dirty="0"/>
              <a:t>Dataset split</a:t>
            </a:r>
          </a:p>
          <a:p>
            <a:pPr lvl="1"/>
            <a:r>
              <a:rPr lang="en-GB" dirty="0"/>
              <a:t>Extensions to code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2CD81-2F0A-110E-D6A3-A32740F5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762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CB6EC2-2264-890B-0EDB-C0A4447C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BLAST results amino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7686E7-AAE0-D9EB-02FA-CDBBF5FC0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5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67071A-E7A6-563B-E712-74FEE0236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668" y="2158524"/>
            <a:ext cx="6366663" cy="361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1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32CF26F8-8B1C-7DAC-6162-C14E529D1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Distribution of </a:t>
            </a:r>
            <a:r>
              <a:rPr lang="en-GB" dirty="0" err="1"/>
              <a:t>plDDT</a:t>
            </a:r>
            <a:r>
              <a:rPr lang="en-GB" dirty="0"/>
              <a:t>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47A0AB-D50A-2B66-6398-D44DCF41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6</a:t>
            </a:fld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D55C2DE-B6EA-7B91-7958-9B1864C9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954" y="1907020"/>
            <a:ext cx="8024091" cy="481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512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E45C6-9BAF-CC50-78B6-9D458FCA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7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80975C-23D4-92F6-C4B4-0A2E61774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8588" y="80235"/>
            <a:ext cx="4214824" cy="6697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19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CBA7ED-11F9-CF3B-A035-7E0961329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B8D51C-EE85-0874-DF26-32B08A54C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14" y="1309391"/>
            <a:ext cx="8926171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278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2B31D7-F1EE-987C-9AF0-BE115E2EF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9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15C227-94AF-F08E-6470-A6F7387B8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6" y="2304893"/>
            <a:ext cx="10545647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135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639DCA-647F-2298-BDBA-EB262CD77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Pipeline schematic experimental setup?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3D29EF-9045-589B-21AA-A93C17E7C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10</a:t>
            </a:fld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91EBC7D-B454-63EC-CE79-8FE1C227162F}"/>
              </a:ext>
            </a:extLst>
          </p:cNvPr>
          <p:cNvSpPr/>
          <p:nvPr/>
        </p:nvSpPr>
        <p:spPr>
          <a:xfrm>
            <a:off x="2371633" y="2473278"/>
            <a:ext cx="1556425" cy="77821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SELFIES</a:t>
            </a:r>
          </a:p>
          <a:p>
            <a:pPr algn="ctr"/>
            <a:r>
              <a:rPr lang="en-GB" dirty="0"/>
              <a:t>sequences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FC23147-AB91-0F1E-22DC-4D69AFB480D6}"/>
              </a:ext>
            </a:extLst>
          </p:cNvPr>
          <p:cNvSpPr/>
          <p:nvPr/>
        </p:nvSpPr>
        <p:spPr>
          <a:xfrm>
            <a:off x="6710168" y="2463549"/>
            <a:ext cx="1964987" cy="79766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Atom-level metrics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E74A1E-13E0-77AC-9814-E0A2E7125937}"/>
              </a:ext>
            </a:extLst>
          </p:cNvPr>
          <p:cNvSpPr/>
          <p:nvPr/>
        </p:nvSpPr>
        <p:spPr>
          <a:xfrm>
            <a:off x="4336620" y="2463549"/>
            <a:ext cx="1964987" cy="797669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Token distribution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A4986A-778C-D83B-7E1E-CDB3918B3D87}"/>
              </a:ext>
            </a:extLst>
          </p:cNvPr>
          <p:cNvSpPr/>
          <p:nvPr/>
        </p:nvSpPr>
        <p:spPr>
          <a:xfrm>
            <a:off x="9296915" y="2035530"/>
            <a:ext cx="1964987" cy="165370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Non-canonical and canonical amino acid sequences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439909-9894-8F7B-D927-C230AACBA2F8}"/>
              </a:ext>
            </a:extLst>
          </p:cNvPr>
          <p:cNvSpPr/>
          <p:nvPr/>
        </p:nvSpPr>
        <p:spPr>
          <a:xfrm>
            <a:off x="2371632" y="5222962"/>
            <a:ext cx="1556425" cy="7782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Amino acid</a:t>
            </a:r>
          </a:p>
          <a:p>
            <a:pPr algn="ctr"/>
            <a:r>
              <a:rPr lang="en-GB" dirty="0"/>
              <a:t>sequences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C61C2F-CA01-3E49-7501-784AB125E0A1}"/>
              </a:ext>
            </a:extLst>
          </p:cNvPr>
          <p:cNvSpPr/>
          <p:nvPr/>
        </p:nvSpPr>
        <p:spPr>
          <a:xfrm>
            <a:off x="6710168" y="5218099"/>
            <a:ext cx="1964987" cy="7976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BLAST novelty &amp; diversity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8EF67C-96CF-C812-9A29-8E54E06B0F67}"/>
              </a:ext>
            </a:extLst>
          </p:cNvPr>
          <p:cNvSpPr/>
          <p:nvPr/>
        </p:nvSpPr>
        <p:spPr>
          <a:xfrm>
            <a:off x="4336619" y="5218099"/>
            <a:ext cx="1964987" cy="7976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Token distribution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7FD7D9-05D1-BCC9-C5DC-A37E6E9CBE88}"/>
              </a:ext>
            </a:extLst>
          </p:cNvPr>
          <p:cNvSpPr/>
          <p:nvPr/>
        </p:nvSpPr>
        <p:spPr>
          <a:xfrm>
            <a:off x="9296914" y="5213233"/>
            <a:ext cx="1964987" cy="7976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OmegaFold</a:t>
            </a:r>
            <a:endParaRPr lang="en-GB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7A63293-6749-F049-FCB7-CD35E0503981}"/>
              </a:ext>
            </a:extLst>
          </p:cNvPr>
          <p:cNvSpPr/>
          <p:nvPr/>
        </p:nvSpPr>
        <p:spPr>
          <a:xfrm>
            <a:off x="768190" y="3679504"/>
            <a:ext cx="1507787" cy="1264596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D3PM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32E092C-CAE5-2A93-D824-4AAD00023360}"/>
              </a:ext>
            </a:extLst>
          </p:cNvPr>
          <p:cNvCxnSpPr>
            <a:stCxn id="16" idx="0"/>
            <a:endCxn id="4" idx="1"/>
          </p:cNvCxnSpPr>
          <p:nvPr/>
        </p:nvCxnSpPr>
        <p:spPr>
          <a:xfrm rot="5400000" flipH="1" flipV="1">
            <a:off x="1538299" y="2846171"/>
            <a:ext cx="817119" cy="8495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9B7806A2-54C7-2A3E-BB52-C7A8741873CC}"/>
              </a:ext>
            </a:extLst>
          </p:cNvPr>
          <p:cNvCxnSpPr>
            <a:stCxn id="16" idx="2"/>
            <a:endCxn id="8" idx="1"/>
          </p:cNvCxnSpPr>
          <p:nvPr/>
        </p:nvCxnSpPr>
        <p:spPr>
          <a:xfrm rot="16200000" flipH="1">
            <a:off x="1612874" y="4853310"/>
            <a:ext cx="667969" cy="84954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2E10C4-A916-5511-AC85-24CF87B5A9B6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928058" y="2862384"/>
            <a:ext cx="40856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CAEA805-2567-29BD-F5B7-749FB2500601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6301607" y="2862384"/>
            <a:ext cx="4085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D64F147-0A19-648F-5E8A-583292DAC2DA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8675155" y="2862383"/>
            <a:ext cx="62176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E260200-817A-247B-7763-956B3C592C74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3928057" y="5612069"/>
            <a:ext cx="408562" cy="48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82A04EF-096E-C69D-E929-C63E24D8F5DF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6301606" y="5616934"/>
            <a:ext cx="4085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E534129-9FEF-5B66-C8B9-69E378E52E45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 flipV="1">
            <a:off x="8675155" y="5612068"/>
            <a:ext cx="621759" cy="4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97B2AC69-AE78-1581-97A4-519E716CB9C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5947764" y="891316"/>
            <a:ext cx="1533727" cy="7129564"/>
          </a:xfrm>
          <a:prstGeom prst="bentConnector3">
            <a:avLst>
              <a:gd name="adj1" fmla="val 4096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2723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CFAFC4-D51A-BEDD-1F5C-77F7FBEF7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Appendix Format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11538-2879-FB8E-7CD3-FB62BCB02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analysis</a:t>
            </a:r>
          </a:p>
          <a:p>
            <a:r>
              <a:rPr lang="en-GB" dirty="0"/>
              <a:t>Hyperparameters</a:t>
            </a:r>
          </a:p>
          <a:p>
            <a:r>
              <a:rPr lang="en-GB" dirty="0"/>
              <a:t>Training and validation curves</a:t>
            </a:r>
          </a:p>
          <a:p>
            <a:endParaRPr lang="en-GB" dirty="0"/>
          </a:p>
          <a:p>
            <a:r>
              <a:rPr lang="en-GB" dirty="0"/>
              <a:t>More?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E1E838-992A-3851-5A7B-0452C9EFD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563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ntserrat">
      <a:majorFont>
        <a:latin typeface="Montserrat Ligh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2f5fda4-97a3-47c7-8308-3025c576a37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FAD911B2078E4FAC111FDBF9740ABB" ma:contentTypeVersion="8" ma:contentTypeDescription="Een nieuw document maken." ma:contentTypeScope="" ma:versionID="40d074649a363fe51b3448598e53368b">
  <xsd:schema xmlns:xsd="http://www.w3.org/2001/XMLSchema" xmlns:xs="http://www.w3.org/2001/XMLSchema" xmlns:p="http://schemas.microsoft.com/office/2006/metadata/properties" xmlns:ns3="32f5fda4-97a3-47c7-8308-3025c576a379" xmlns:ns4="065d5d57-d9fb-4c30-80d3-68aca1ff0522" targetNamespace="http://schemas.microsoft.com/office/2006/metadata/properties" ma:root="true" ma:fieldsID="ec6108434aa42753abd390293100ccab" ns3:_="" ns4:_="">
    <xsd:import namespace="32f5fda4-97a3-47c7-8308-3025c576a379"/>
    <xsd:import namespace="065d5d57-d9fb-4c30-80d3-68aca1ff052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fda4-97a3-47c7-8308-3025c576a3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5d5d57-d9fb-4c30-80d3-68aca1ff052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2F3C67-3F37-474D-9609-B4FDD4474B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2132242-1526-4AAA-B2E0-CF080077ABF5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65d5d57-d9fb-4c30-80d3-68aca1ff0522"/>
    <ds:schemaRef ds:uri="32f5fda4-97a3-47c7-8308-3025c576a37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8231DB8-6A69-4494-AFC0-8225C457A1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fda4-97a3-47c7-8308-3025c576a379"/>
    <ds:schemaRef ds:uri="065d5d57-d9fb-4c30-80d3-68aca1ff05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Weekly_Update_27</Template>
  <TotalTime>3831</TotalTime>
  <Words>152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Montserrat</vt:lpstr>
      <vt:lpstr>Montserrat Light</vt:lpstr>
      <vt:lpstr>Office Theme</vt:lpstr>
      <vt:lpstr>Weekly Update #32</vt:lpstr>
      <vt:lpstr>This week?</vt:lpstr>
      <vt:lpstr>Current validation plot on amino uni</vt:lpstr>
      <vt:lpstr>Flow of information?</vt:lpstr>
      <vt:lpstr>BLAST results amino</vt:lpstr>
      <vt:lpstr>Distribution of plDDT?</vt:lpstr>
      <vt:lpstr>PowerPoint Presentation</vt:lpstr>
      <vt:lpstr>PowerPoint Presentation</vt:lpstr>
      <vt:lpstr>PowerPoint Presentation</vt:lpstr>
      <vt:lpstr>Pipeline schematic experimental setup?</vt:lpstr>
      <vt:lpstr>Appendix Format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Gijs Admiraal</dc:creator>
  <cp:lastModifiedBy>Gijs Admiraal</cp:lastModifiedBy>
  <cp:revision>8</cp:revision>
  <dcterms:created xsi:type="dcterms:W3CDTF">2024-10-03T10:14:25Z</dcterms:created>
  <dcterms:modified xsi:type="dcterms:W3CDTF">2024-11-14T16:53:13Z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0x0101001CFAD911B2078E4FAC111FDBF9740ABB</vt:lpwstr>
  </property>
</Properties>
</file>