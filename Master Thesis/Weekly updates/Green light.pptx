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9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9.xml" ContentType="application/vnd.openxmlformats-officedocument.presentationml.notesSlide+xml"/>
  <Override PartName="/ppt/diagrams/data10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diagrams/data11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diagrams/data1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3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2.xml" ContentType="application/vnd.openxmlformats-officedocument.presentationml.notesSlide+xml"/>
  <Override PartName="/ppt/diagrams/data14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6.xml" ContentType="application/vnd.openxmlformats-officedocument.drawingml.diagramData+xml"/>
  <Override PartName="/ppt/diagrams/data8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2"/>
  </p:notesMasterIdLst>
  <p:sldIdLst>
    <p:sldId id="256" r:id="rId5"/>
    <p:sldId id="264" r:id="rId6"/>
    <p:sldId id="265" r:id="rId7"/>
    <p:sldId id="313" r:id="rId8"/>
    <p:sldId id="294" r:id="rId9"/>
    <p:sldId id="266" r:id="rId10"/>
    <p:sldId id="267" r:id="rId11"/>
    <p:sldId id="268" r:id="rId12"/>
    <p:sldId id="301" r:id="rId13"/>
    <p:sldId id="302" r:id="rId14"/>
    <p:sldId id="303" r:id="rId15"/>
    <p:sldId id="304" r:id="rId16"/>
    <p:sldId id="305" r:id="rId17"/>
    <p:sldId id="307" r:id="rId18"/>
    <p:sldId id="321" r:id="rId19"/>
    <p:sldId id="275" r:id="rId20"/>
    <p:sldId id="306" r:id="rId21"/>
    <p:sldId id="309" r:id="rId22"/>
    <p:sldId id="310" r:id="rId23"/>
    <p:sldId id="278" r:id="rId24"/>
    <p:sldId id="312" r:id="rId25"/>
    <p:sldId id="282" r:id="rId26"/>
    <p:sldId id="283" r:id="rId27"/>
    <p:sldId id="284" r:id="rId28"/>
    <p:sldId id="274" r:id="rId29"/>
    <p:sldId id="269" r:id="rId30"/>
    <p:sldId id="323" r:id="rId31"/>
    <p:sldId id="324" r:id="rId32"/>
    <p:sldId id="286" r:id="rId33"/>
    <p:sldId id="258" r:id="rId34"/>
    <p:sldId id="260" r:id="rId35"/>
    <p:sldId id="285" r:id="rId36"/>
    <p:sldId id="273" r:id="rId37"/>
    <p:sldId id="318" r:id="rId38"/>
    <p:sldId id="316" r:id="rId39"/>
    <p:sldId id="317" r:id="rId40"/>
    <p:sldId id="272" r:id="rId41"/>
    <p:sldId id="319" r:id="rId42"/>
    <p:sldId id="261" r:id="rId43"/>
    <p:sldId id="291" r:id="rId44"/>
    <p:sldId id="288" r:id="rId45"/>
    <p:sldId id="292" r:id="rId46"/>
    <p:sldId id="289" r:id="rId47"/>
    <p:sldId id="290" r:id="rId48"/>
    <p:sldId id="262" r:id="rId49"/>
    <p:sldId id="263" r:id="rId50"/>
    <p:sldId id="325" r:id="rId5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7E7"/>
    <a:srgbClr val="4472C4"/>
    <a:srgbClr val="C0C9E4"/>
    <a:srgbClr val="87CEBF"/>
    <a:srgbClr val="E37892"/>
    <a:srgbClr val="DC6D3D"/>
    <a:srgbClr val="7C5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B73FC-D28C-4B0B-B7BA-DACD5ED0683C}" v="182" dt="2024-10-07T12:27:23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4" autoAdjust="0"/>
    <p:restoredTop sz="65588" autoAdjust="0"/>
  </p:normalViewPr>
  <p:slideViewPr>
    <p:cSldViewPr snapToGrid="0">
      <p:cViewPr>
        <p:scale>
          <a:sx n="75" d="100"/>
          <a:sy n="75" d="100"/>
        </p:scale>
        <p:origin x="1171" y="-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image" Target="../media/image270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7" Type="http://schemas.openxmlformats.org/officeDocument/2006/relationships/image" Target="../media/image38.svg"/><Relationship Id="rId2" Type="http://schemas.openxmlformats.org/officeDocument/2006/relationships/image" Target="../media/image42.png"/><Relationship Id="rId1" Type="http://schemas.openxmlformats.org/officeDocument/2006/relationships/image" Target="../media/image410.pn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6E52E-DF17-4E2F-B9C8-842B8BD43455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4A24DC-376D-49A1-ABD9-E0DCA0A8D2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Workhorses of all living organisms</a:t>
          </a:r>
          <a:endParaRPr lang="en-US" dirty="0"/>
        </a:p>
      </dgm:t>
    </dgm:pt>
    <dgm:pt modelId="{6860408F-3A42-4BFF-94BC-5E75833A24B0}" type="parTrans" cxnId="{F51204CD-946F-4D9B-937F-B66FE5B2AC82}">
      <dgm:prSet/>
      <dgm:spPr/>
      <dgm:t>
        <a:bodyPr/>
        <a:lstStyle/>
        <a:p>
          <a:endParaRPr lang="en-US"/>
        </a:p>
      </dgm:t>
    </dgm:pt>
    <dgm:pt modelId="{699F58A8-34E3-4378-9A4B-1A6CC5739903}" type="sibTrans" cxnId="{F51204CD-946F-4D9B-937F-B66FE5B2AC82}">
      <dgm:prSet/>
      <dgm:spPr/>
      <dgm:t>
        <a:bodyPr/>
        <a:lstStyle/>
        <a:p>
          <a:endParaRPr lang="en-US"/>
        </a:p>
      </dgm:t>
    </dgm:pt>
    <dgm:pt modelId="{72FFC07F-CB75-4E56-A3C2-B64D9F046F23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GB" dirty="0"/>
            <a:t>Regulate our bodies systems</a:t>
          </a:r>
          <a:endParaRPr lang="en-US" dirty="0"/>
        </a:p>
      </dgm:t>
    </dgm:pt>
    <dgm:pt modelId="{5DA0A74D-8322-46DF-A150-449A483CEA5B}" type="parTrans" cxnId="{49783DE3-1188-46F1-B53A-A3DBF57582D6}">
      <dgm:prSet/>
      <dgm:spPr/>
      <dgm:t>
        <a:bodyPr/>
        <a:lstStyle/>
        <a:p>
          <a:endParaRPr lang="en-US"/>
        </a:p>
      </dgm:t>
    </dgm:pt>
    <dgm:pt modelId="{0456122F-ACE6-4689-9723-0ECB9B17BDAF}" type="sibTrans" cxnId="{49783DE3-1188-46F1-B53A-A3DBF57582D6}">
      <dgm:prSet/>
      <dgm:spPr/>
      <dgm:t>
        <a:bodyPr/>
        <a:lstStyle/>
        <a:p>
          <a:endParaRPr lang="en-US"/>
        </a:p>
      </dgm:t>
    </dgm:pt>
    <dgm:pt modelId="{3FB783EF-F98A-4E76-91E0-F23EB400D0E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Why design these proteins</a:t>
          </a:r>
          <a:endParaRPr lang="en-US"/>
        </a:p>
      </dgm:t>
    </dgm:pt>
    <dgm:pt modelId="{01066A56-B041-4AD0-81EE-9B15DFB50203}" type="parTrans" cxnId="{B5AE912F-0337-4041-B3C4-53AD2A9ED3CC}">
      <dgm:prSet/>
      <dgm:spPr/>
      <dgm:t>
        <a:bodyPr/>
        <a:lstStyle/>
        <a:p>
          <a:endParaRPr lang="en-US"/>
        </a:p>
      </dgm:t>
    </dgm:pt>
    <dgm:pt modelId="{8060D21A-BA55-4392-8946-20C6C63C7594}" type="sibTrans" cxnId="{B5AE912F-0337-4041-B3C4-53AD2A9ED3CC}">
      <dgm:prSet/>
      <dgm:spPr/>
      <dgm:t>
        <a:bodyPr/>
        <a:lstStyle/>
        <a:p>
          <a:endParaRPr lang="en-US"/>
        </a:p>
      </dgm:t>
    </dgm:pt>
    <dgm:pt modelId="{D0A5050B-BBBA-4010-966C-244A6F2CA7A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Specialized enzymes speed up break down materials</a:t>
          </a:r>
          <a:endParaRPr lang="en-US" dirty="0"/>
        </a:p>
      </dgm:t>
    </dgm:pt>
    <dgm:pt modelId="{13CDFE21-CF79-4A65-BA05-590AD9A2A6C5}" type="parTrans" cxnId="{3CB498EB-D105-4A87-BF3E-B913109F8352}">
      <dgm:prSet/>
      <dgm:spPr/>
      <dgm:t>
        <a:bodyPr/>
        <a:lstStyle/>
        <a:p>
          <a:endParaRPr lang="en-US"/>
        </a:p>
      </dgm:t>
    </dgm:pt>
    <dgm:pt modelId="{18E6C584-07AA-4735-A9D4-FFA93B434F38}" type="sibTrans" cxnId="{3CB498EB-D105-4A87-BF3E-B913109F8352}">
      <dgm:prSet/>
      <dgm:spPr/>
      <dgm:t>
        <a:bodyPr/>
        <a:lstStyle/>
        <a:p>
          <a:endParaRPr lang="en-US"/>
        </a:p>
      </dgm:t>
    </dgm:pt>
    <dgm:pt modelId="{ECA56258-3184-4EDA-B3CB-36EF9D912ED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Specialized medicines for new viruses </a:t>
          </a:r>
          <a:endParaRPr lang="en-US" dirty="0"/>
        </a:p>
      </dgm:t>
    </dgm:pt>
    <dgm:pt modelId="{5843F906-F1FF-4C4E-8840-887FB964DF18}" type="parTrans" cxnId="{7D1545F4-B4A4-4F51-9425-D9282E73C873}">
      <dgm:prSet/>
      <dgm:spPr/>
      <dgm:t>
        <a:bodyPr/>
        <a:lstStyle/>
        <a:p>
          <a:endParaRPr lang="en-US"/>
        </a:p>
      </dgm:t>
    </dgm:pt>
    <dgm:pt modelId="{4218F20F-EBA9-49FB-8FF0-4567F76CAD1E}" type="sibTrans" cxnId="{7D1545F4-B4A4-4F51-9425-D9282E73C873}">
      <dgm:prSet/>
      <dgm:spPr/>
      <dgm:t>
        <a:bodyPr/>
        <a:lstStyle/>
        <a:p>
          <a:endParaRPr lang="en-US"/>
        </a:p>
      </dgm:t>
    </dgm:pt>
    <dgm:pt modelId="{F541928A-C16C-49EC-9D50-248DE0CEA2C4}">
      <dgm:prSet/>
      <dgm:spPr/>
      <dgm:t>
        <a:bodyPr/>
        <a:lstStyle/>
        <a:p>
          <a:r>
            <a:rPr lang="en-GB" i="1" dirty="0"/>
            <a:t>COVID-19</a:t>
          </a:r>
          <a:endParaRPr lang="en-US" i="1" dirty="0"/>
        </a:p>
      </dgm:t>
    </dgm:pt>
    <dgm:pt modelId="{37746CD1-3171-41CF-B863-F322C30373D9}" type="parTrans" cxnId="{D2BF71D6-7F98-49E7-B2FC-73D8796BAC5C}">
      <dgm:prSet/>
      <dgm:spPr/>
      <dgm:t>
        <a:bodyPr/>
        <a:lstStyle/>
        <a:p>
          <a:endParaRPr lang="en-US"/>
        </a:p>
      </dgm:t>
    </dgm:pt>
    <dgm:pt modelId="{C4D6C59C-3C5F-4FB9-8FF4-578789B826C9}" type="sibTrans" cxnId="{D2BF71D6-7F98-49E7-B2FC-73D8796BAC5C}">
      <dgm:prSet/>
      <dgm:spPr/>
      <dgm:t>
        <a:bodyPr/>
        <a:lstStyle/>
        <a:p>
          <a:endParaRPr lang="en-US"/>
        </a:p>
      </dgm:t>
    </dgm:pt>
    <dgm:pt modelId="{F4FC3B2C-8EC2-4E89-ACD4-2B8181A48764}">
      <dgm:prSet/>
      <dgm:spPr/>
      <dgm:t>
        <a:bodyPr/>
        <a:lstStyle/>
        <a:p>
          <a:pPr algn="l"/>
          <a:r>
            <a:rPr lang="en-GB" i="1" dirty="0"/>
            <a:t>Hormones &amp; enzymes</a:t>
          </a:r>
          <a:endParaRPr lang="en-US" i="1" dirty="0"/>
        </a:p>
      </dgm:t>
    </dgm:pt>
    <dgm:pt modelId="{5C7F0E5A-A699-4376-96B4-F18A8ECC16A3}" type="parTrans" cxnId="{F988CBF5-5D82-4C7D-875C-1C0A79700134}">
      <dgm:prSet/>
      <dgm:spPr/>
      <dgm:t>
        <a:bodyPr/>
        <a:lstStyle/>
        <a:p>
          <a:endParaRPr lang="en-GB"/>
        </a:p>
      </dgm:t>
    </dgm:pt>
    <dgm:pt modelId="{FDB9CD6F-B680-41B9-BF13-506F50F77A1A}" type="sibTrans" cxnId="{F988CBF5-5D82-4C7D-875C-1C0A79700134}">
      <dgm:prSet/>
      <dgm:spPr/>
      <dgm:t>
        <a:bodyPr/>
        <a:lstStyle/>
        <a:p>
          <a:endParaRPr lang="en-GB"/>
        </a:p>
      </dgm:t>
    </dgm:pt>
    <dgm:pt modelId="{D8EB5DE6-FC50-44C1-A383-8031A2B3952D}">
      <dgm:prSet/>
      <dgm:spPr/>
      <dgm:t>
        <a:bodyPr/>
        <a:lstStyle/>
        <a:p>
          <a:pPr algn="l">
            <a:lnSpc>
              <a:spcPct val="100000"/>
            </a:lnSpc>
          </a:pPr>
          <a:endParaRPr lang="en-US" dirty="0"/>
        </a:p>
      </dgm:t>
    </dgm:pt>
    <dgm:pt modelId="{70F36907-1B5B-4356-AD6E-95A60B46C4DE}" type="parTrans" cxnId="{BC15EBE8-7130-4D35-A9DD-63D100BB4870}">
      <dgm:prSet/>
      <dgm:spPr/>
      <dgm:t>
        <a:bodyPr/>
        <a:lstStyle/>
        <a:p>
          <a:endParaRPr lang="en-GB"/>
        </a:p>
      </dgm:t>
    </dgm:pt>
    <dgm:pt modelId="{49A18B18-7F70-460F-AC42-5F768EE2EB72}" type="sibTrans" cxnId="{BC15EBE8-7130-4D35-A9DD-63D100BB4870}">
      <dgm:prSet/>
      <dgm:spPr/>
      <dgm:t>
        <a:bodyPr/>
        <a:lstStyle/>
        <a:p>
          <a:endParaRPr lang="en-GB"/>
        </a:p>
      </dgm:t>
    </dgm:pt>
    <dgm:pt modelId="{6BB5139E-634A-42D1-A4D4-AD707745854D}">
      <dgm:prSet/>
      <dgm:spPr/>
      <dgm:t>
        <a:bodyPr/>
        <a:lstStyle/>
        <a:p>
          <a:pPr algn="l"/>
          <a:r>
            <a:rPr lang="en-US" i="1" dirty="0"/>
            <a:t>Antibodies</a:t>
          </a:r>
        </a:p>
      </dgm:t>
    </dgm:pt>
    <dgm:pt modelId="{76094257-99BD-4C4D-90D3-6CC228C4B2B0}" type="parTrans" cxnId="{1DC7D85D-1B2F-4A8A-8EDC-8046AE686791}">
      <dgm:prSet/>
      <dgm:spPr/>
      <dgm:t>
        <a:bodyPr/>
        <a:lstStyle/>
        <a:p>
          <a:endParaRPr lang="en-GB"/>
        </a:p>
      </dgm:t>
    </dgm:pt>
    <dgm:pt modelId="{14547842-F61C-4B12-A9B1-2A3E3145D44F}" type="sibTrans" cxnId="{1DC7D85D-1B2F-4A8A-8EDC-8046AE686791}">
      <dgm:prSet/>
      <dgm:spPr/>
      <dgm:t>
        <a:bodyPr/>
        <a:lstStyle/>
        <a:p>
          <a:endParaRPr lang="en-GB"/>
        </a:p>
      </dgm:t>
    </dgm:pt>
    <dgm:pt modelId="{8C1816F3-1E1D-4A3C-A240-5807F2150210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Fight diseases</a:t>
          </a:r>
        </a:p>
      </dgm:t>
    </dgm:pt>
    <dgm:pt modelId="{9CAC67E5-55CA-4CCB-AD0D-245A6307FAE1}" type="parTrans" cxnId="{8E8052CD-61C6-4723-8DA2-6806C7B0FC49}">
      <dgm:prSet/>
      <dgm:spPr/>
      <dgm:t>
        <a:bodyPr/>
        <a:lstStyle/>
        <a:p>
          <a:endParaRPr lang="en-GB"/>
        </a:p>
      </dgm:t>
    </dgm:pt>
    <dgm:pt modelId="{2C6BFE35-B627-456C-B73E-39398C67FF84}" type="sibTrans" cxnId="{8E8052CD-61C6-4723-8DA2-6806C7B0FC49}">
      <dgm:prSet/>
      <dgm:spPr/>
      <dgm:t>
        <a:bodyPr/>
        <a:lstStyle/>
        <a:p>
          <a:endParaRPr lang="en-GB"/>
        </a:p>
      </dgm:t>
    </dgm:pt>
    <dgm:pt modelId="{859726B4-B763-4208-A7B4-ECF3A4BB637A}">
      <dgm:prSet/>
      <dgm:spPr/>
      <dgm:t>
        <a:bodyPr/>
        <a:lstStyle/>
        <a:p>
          <a:r>
            <a:rPr lang="en-US" i="1" dirty="0"/>
            <a:t>Plastics</a:t>
          </a:r>
        </a:p>
      </dgm:t>
    </dgm:pt>
    <dgm:pt modelId="{AC5BBC04-EA3E-4BDC-AC7B-0476A0A67E61}" type="parTrans" cxnId="{DE43E110-5294-47CE-9BD9-DC341DFE0E71}">
      <dgm:prSet/>
      <dgm:spPr/>
      <dgm:t>
        <a:bodyPr/>
        <a:lstStyle/>
        <a:p>
          <a:endParaRPr lang="en-GB"/>
        </a:p>
      </dgm:t>
    </dgm:pt>
    <dgm:pt modelId="{B149C914-57EB-407A-B758-8719EA1BFDD0}" type="sibTrans" cxnId="{DE43E110-5294-47CE-9BD9-DC341DFE0E71}">
      <dgm:prSet/>
      <dgm:spPr/>
      <dgm:t>
        <a:bodyPr/>
        <a:lstStyle/>
        <a:p>
          <a:endParaRPr lang="en-GB"/>
        </a:p>
      </dgm:t>
    </dgm:pt>
    <dgm:pt modelId="{6354B8F2-BED5-4FC2-88DF-00E4F17FDB7A}" type="pres">
      <dgm:prSet presAssocID="{8926E52E-DF17-4E2F-B9C8-842B8BD43455}" presName="root" presStyleCnt="0">
        <dgm:presLayoutVars>
          <dgm:dir/>
          <dgm:resizeHandles val="exact"/>
        </dgm:presLayoutVars>
      </dgm:prSet>
      <dgm:spPr/>
    </dgm:pt>
    <dgm:pt modelId="{D86C2345-EC98-4B41-BB0C-17263A149990}" type="pres">
      <dgm:prSet presAssocID="{5E4A24DC-376D-49A1-ABD9-E0DCA0A8D2CD}" presName="compNode" presStyleCnt="0"/>
      <dgm:spPr/>
    </dgm:pt>
    <dgm:pt modelId="{4A37E735-23DD-4DD0-A368-D69297821E6F}" type="pres">
      <dgm:prSet presAssocID="{5E4A24DC-376D-49A1-ABD9-E0DCA0A8D2CD}" presName="iconRect" presStyleLbl="node1" presStyleIdx="0" presStyleCnt="2" custLinFactNeighborX="95753" custLinFactNeighborY="-35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tochondria with solid fill"/>
        </a:ext>
      </dgm:extLst>
    </dgm:pt>
    <dgm:pt modelId="{A46A0E43-E972-4D66-BDC9-24DBE3451573}" type="pres">
      <dgm:prSet presAssocID="{5E4A24DC-376D-49A1-ABD9-E0DCA0A8D2CD}" presName="iconSpace" presStyleCnt="0"/>
      <dgm:spPr/>
    </dgm:pt>
    <dgm:pt modelId="{88FAC2CC-089F-4354-9CC8-69C0B728DE32}" type="pres">
      <dgm:prSet presAssocID="{5E4A24DC-376D-49A1-ABD9-E0DCA0A8D2CD}" presName="parTx" presStyleLbl="revTx" presStyleIdx="0" presStyleCnt="4">
        <dgm:presLayoutVars>
          <dgm:chMax val="0"/>
          <dgm:chPref val="0"/>
        </dgm:presLayoutVars>
      </dgm:prSet>
      <dgm:spPr/>
    </dgm:pt>
    <dgm:pt modelId="{18872678-B09E-4250-A31D-F6C4DEFF96E5}" type="pres">
      <dgm:prSet presAssocID="{5E4A24DC-376D-49A1-ABD9-E0DCA0A8D2CD}" presName="txSpace" presStyleCnt="0"/>
      <dgm:spPr/>
    </dgm:pt>
    <dgm:pt modelId="{3B6663D7-8A14-46B9-9344-26C69B9950A2}" type="pres">
      <dgm:prSet presAssocID="{5E4A24DC-376D-49A1-ABD9-E0DCA0A8D2CD}" presName="desTx" presStyleLbl="revTx" presStyleIdx="1" presStyleCnt="4">
        <dgm:presLayoutVars/>
      </dgm:prSet>
      <dgm:spPr/>
    </dgm:pt>
    <dgm:pt modelId="{1104BAF9-51A5-4FCB-9E26-A08D037BE2EC}" type="pres">
      <dgm:prSet presAssocID="{699F58A8-34E3-4378-9A4B-1A6CC5739903}" presName="sibTrans" presStyleCnt="0"/>
      <dgm:spPr/>
    </dgm:pt>
    <dgm:pt modelId="{4BCDF7B3-3D74-4239-B6C6-897FECDFEDC4}" type="pres">
      <dgm:prSet presAssocID="{3FB783EF-F98A-4E76-91E0-F23EB400D0E1}" presName="compNode" presStyleCnt="0"/>
      <dgm:spPr/>
    </dgm:pt>
    <dgm:pt modelId="{00A0A78A-EE6C-45B2-B259-B4BD726C194C}" type="pres">
      <dgm:prSet presAssocID="{3FB783EF-F98A-4E76-91E0-F23EB400D0E1}" presName="iconRect" presStyleLbl="node1" presStyleIdx="1" presStyleCnt="2" custLinFactNeighborX="9131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28FD1D7D-3394-47CA-8613-312B1CF1FB92}" type="pres">
      <dgm:prSet presAssocID="{3FB783EF-F98A-4E76-91E0-F23EB400D0E1}" presName="iconSpace" presStyleCnt="0"/>
      <dgm:spPr/>
    </dgm:pt>
    <dgm:pt modelId="{E725DE30-A1CA-4326-83A3-4BA5A89FDE4A}" type="pres">
      <dgm:prSet presAssocID="{3FB783EF-F98A-4E76-91E0-F23EB400D0E1}" presName="parTx" presStyleLbl="revTx" presStyleIdx="2" presStyleCnt="4">
        <dgm:presLayoutVars>
          <dgm:chMax val="0"/>
          <dgm:chPref val="0"/>
        </dgm:presLayoutVars>
      </dgm:prSet>
      <dgm:spPr/>
    </dgm:pt>
    <dgm:pt modelId="{338E5033-789A-4F1F-884F-1E35801FF794}" type="pres">
      <dgm:prSet presAssocID="{3FB783EF-F98A-4E76-91E0-F23EB400D0E1}" presName="txSpace" presStyleCnt="0"/>
      <dgm:spPr/>
    </dgm:pt>
    <dgm:pt modelId="{87AAA632-E660-4D83-8E65-004786817B26}" type="pres">
      <dgm:prSet presAssocID="{3FB783EF-F98A-4E76-91E0-F23EB400D0E1}" presName="desTx" presStyleLbl="revTx" presStyleIdx="3" presStyleCnt="4">
        <dgm:presLayoutVars/>
      </dgm:prSet>
      <dgm:spPr/>
    </dgm:pt>
  </dgm:ptLst>
  <dgm:cxnLst>
    <dgm:cxn modelId="{E556B501-D584-42EE-8CC9-9524F62140D0}" type="presOf" srcId="{8C1816F3-1E1D-4A3C-A240-5807F2150210}" destId="{3B6663D7-8A14-46B9-9344-26C69B9950A2}" srcOrd="0" destOrd="2" presId="urn:microsoft.com/office/officeart/2018/2/layout/IconLabelDescriptionList"/>
    <dgm:cxn modelId="{8F3B3A07-EA71-4FCA-B7A5-6F83EE99234F}" type="presOf" srcId="{F541928A-C16C-49EC-9D50-248DE0CEA2C4}" destId="{87AAA632-E660-4D83-8E65-004786817B26}" srcOrd="0" destOrd="3" presId="urn:microsoft.com/office/officeart/2018/2/layout/IconLabelDescriptionList"/>
    <dgm:cxn modelId="{3A733509-E22E-4D12-AC5F-4C8BCB4B9680}" type="presOf" srcId="{F4FC3B2C-8EC2-4E89-ACD4-2B8181A48764}" destId="{3B6663D7-8A14-46B9-9344-26C69B9950A2}" srcOrd="0" destOrd="1" presId="urn:microsoft.com/office/officeart/2018/2/layout/IconLabelDescriptionList"/>
    <dgm:cxn modelId="{DE43E110-5294-47CE-9BD9-DC341DFE0E71}" srcId="{D0A5050B-BBBA-4010-966C-244A6F2CA7A4}" destId="{859726B4-B763-4208-A7B4-ECF3A4BB637A}" srcOrd="0" destOrd="0" parTransId="{AC5BBC04-EA3E-4BDC-AC7B-0476A0A67E61}" sibTransId="{B149C914-57EB-407A-B758-8719EA1BFDD0}"/>
    <dgm:cxn modelId="{F6289D11-226F-4B05-84C7-376CA61BB992}" type="presOf" srcId="{72FFC07F-CB75-4E56-A3C2-B64D9F046F23}" destId="{3B6663D7-8A14-46B9-9344-26C69B9950A2}" srcOrd="0" destOrd="0" presId="urn:microsoft.com/office/officeart/2018/2/layout/IconLabelDescriptionList"/>
    <dgm:cxn modelId="{B5AE912F-0337-4041-B3C4-53AD2A9ED3CC}" srcId="{8926E52E-DF17-4E2F-B9C8-842B8BD43455}" destId="{3FB783EF-F98A-4E76-91E0-F23EB400D0E1}" srcOrd="1" destOrd="0" parTransId="{01066A56-B041-4AD0-81EE-9B15DFB50203}" sibTransId="{8060D21A-BA55-4392-8946-20C6C63C7594}"/>
    <dgm:cxn modelId="{22539837-1740-43FA-9915-1E0E5C3DCBBD}" type="presOf" srcId="{5E4A24DC-376D-49A1-ABD9-E0DCA0A8D2CD}" destId="{88FAC2CC-089F-4354-9CC8-69C0B728DE32}" srcOrd="0" destOrd="0" presId="urn:microsoft.com/office/officeart/2018/2/layout/IconLabelDescriptionList"/>
    <dgm:cxn modelId="{1DC7D85D-1B2F-4A8A-8EDC-8046AE686791}" srcId="{8C1816F3-1E1D-4A3C-A240-5807F2150210}" destId="{6BB5139E-634A-42D1-A4D4-AD707745854D}" srcOrd="0" destOrd="0" parTransId="{76094257-99BD-4C4D-90D3-6CC228C4B2B0}" sibTransId="{14547842-F61C-4B12-A9B1-2A3E3145D44F}"/>
    <dgm:cxn modelId="{EFA1D95D-3385-4CA8-9A22-14D883E1E875}" type="presOf" srcId="{3FB783EF-F98A-4E76-91E0-F23EB400D0E1}" destId="{E725DE30-A1CA-4326-83A3-4BA5A89FDE4A}" srcOrd="0" destOrd="0" presId="urn:microsoft.com/office/officeart/2018/2/layout/IconLabelDescriptionList"/>
    <dgm:cxn modelId="{36B6C971-34D0-443F-9B12-CDB1E0A00A0E}" type="presOf" srcId="{D0A5050B-BBBA-4010-966C-244A6F2CA7A4}" destId="{87AAA632-E660-4D83-8E65-004786817B26}" srcOrd="0" destOrd="0" presId="urn:microsoft.com/office/officeart/2018/2/layout/IconLabelDescriptionList"/>
    <dgm:cxn modelId="{EDF2C7B0-47A6-440E-93A8-E01877A938B4}" type="presOf" srcId="{8926E52E-DF17-4E2F-B9C8-842B8BD43455}" destId="{6354B8F2-BED5-4FC2-88DF-00E4F17FDB7A}" srcOrd="0" destOrd="0" presId="urn:microsoft.com/office/officeart/2018/2/layout/IconLabelDescriptionList"/>
    <dgm:cxn modelId="{C2C685B2-C8EB-45A3-ACF6-003B62DFFC19}" type="presOf" srcId="{D8EB5DE6-FC50-44C1-A383-8031A2B3952D}" destId="{3B6663D7-8A14-46B9-9344-26C69B9950A2}" srcOrd="0" destOrd="4" presId="urn:microsoft.com/office/officeart/2018/2/layout/IconLabelDescriptionList"/>
    <dgm:cxn modelId="{F51204CD-946F-4D9B-937F-B66FE5B2AC82}" srcId="{8926E52E-DF17-4E2F-B9C8-842B8BD43455}" destId="{5E4A24DC-376D-49A1-ABD9-E0DCA0A8D2CD}" srcOrd="0" destOrd="0" parTransId="{6860408F-3A42-4BFF-94BC-5E75833A24B0}" sibTransId="{699F58A8-34E3-4378-9A4B-1A6CC5739903}"/>
    <dgm:cxn modelId="{8E8052CD-61C6-4723-8DA2-6806C7B0FC49}" srcId="{5E4A24DC-376D-49A1-ABD9-E0DCA0A8D2CD}" destId="{8C1816F3-1E1D-4A3C-A240-5807F2150210}" srcOrd="1" destOrd="0" parTransId="{9CAC67E5-55CA-4CCB-AD0D-245A6307FAE1}" sibTransId="{2C6BFE35-B627-456C-B73E-39398C67FF84}"/>
    <dgm:cxn modelId="{A1E28CD2-7CDC-47E0-8399-75E6A86936B9}" type="presOf" srcId="{6BB5139E-634A-42D1-A4D4-AD707745854D}" destId="{3B6663D7-8A14-46B9-9344-26C69B9950A2}" srcOrd="0" destOrd="3" presId="urn:microsoft.com/office/officeart/2018/2/layout/IconLabelDescriptionList"/>
    <dgm:cxn modelId="{5E45BBD2-F73D-45B7-AF41-367CBF175DCC}" type="presOf" srcId="{ECA56258-3184-4EDA-B3CB-36EF9D912EDD}" destId="{87AAA632-E660-4D83-8E65-004786817B26}" srcOrd="0" destOrd="2" presId="urn:microsoft.com/office/officeart/2018/2/layout/IconLabelDescriptionList"/>
    <dgm:cxn modelId="{D2BF71D6-7F98-49E7-B2FC-73D8796BAC5C}" srcId="{ECA56258-3184-4EDA-B3CB-36EF9D912EDD}" destId="{F541928A-C16C-49EC-9D50-248DE0CEA2C4}" srcOrd="0" destOrd="0" parTransId="{37746CD1-3171-41CF-B863-F322C30373D9}" sibTransId="{C4D6C59C-3C5F-4FB9-8FF4-578789B826C9}"/>
    <dgm:cxn modelId="{D40373DD-42B0-46D9-B17A-F23F85B29680}" type="presOf" srcId="{859726B4-B763-4208-A7B4-ECF3A4BB637A}" destId="{87AAA632-E660-4D83-8E65-004786817B26}" srcOrd="0" destOrd="1" presId="urn:microsoft.com/office/officeart/2018/2/layout/IconLabelDescriptionList"/>
    <dgm:cxn modelId="{49783DE3-1188-46F1-B53A-A3DBF57582D6}" srcId="{5E4A24DC-376D-49A1-ABD9-E0DCA0A8D2CD}" destId="{72FFC07F-CB75-4E56-A3C2-B64D9F046F23}" srcOrd="0" destOrd="0" parTransId="{5DA0A74D-8322-46DF-A150-449A483CEA5B}" sibTransId="{0456122F-ACE6-4689-9723-0ECB9B17BDAF}"/>
    <dgm:cxn modelId="{BC15EBE8-7130-4D35-A9DD-63D100BB4870}" srcId="{5E4A24DC-376D-49A1-ABD9-E0DCA0A8D2CD}" destId="{D8EB5DE6-FC50-44C1-A383-8031A2B3952D}" srcOrd="2" destOrd="0" parTransId="{70F36907-1B5B-4356-AD6E-95A60B46C4DE}" sibTransId="{49A18B18-7F70-460F-AC42-5F768EE2EB72}"/>
    <dgm:cxn modelId="{3CB498EB-D105-4A87-BF3E-B913109F8352}" srcId="{3FB783EF-F98A-4E76-91E0-F23EB400D0E1}" destId="{D0A5050B-BBBA-4010-966C-244A6F2CA7A4}" srcOrd="0" destOrd="0" parTransId="{13CDFE21-CF79-4A65-BA05-590AD9A2A6C5}" sibTransId="{18E6C584-07AA-4735-A9D4-FFA93B434F38}"/>
    <dgm:cxn modelId="{7D1545F4-B4A4-4F51-9425-D9282E73C873}" srcId="{3FB783EF-F98A-4E76-91E0-F23EB400D0E1}" destId="{ECA56258-3184-4EDA-B3CB-36EF9D912EDD}" srcOrd="1" destOrd="0" parTransId="{5843F906-F1FF-4C4E-8840-887FB964DF18}" sibTransId="{4218F20F-EBA9-49FB-8FF0-4567F76CAD1E}"/>
    <dgm:cxn modelId="{F988CBF5-5D82-4C7D-875C-1C0A79700134}" srcId="{72FFC07F-CB75-4E56-A3C2-B64D9F046F23}" destId="{F4FC3B2C-8EC2-4E89-ACD4-2B8181A48764}" srcOrd="0" destOrd="0" parTransId="{5C7F0E5A-A699-4376-96B4-F18A8ECC16A3}" sibTransId="{FDB9CD6F-B680-41B9-BF13-506F50F77A1A}"/>
    <dgm:cxn modelId="{02A27728-F7BC-4144-BAE9-2D4BD75F3038}" type="presParOf" srcId="{6354B8F2-BED5-4FC2-88DF-00E4F17FDB7A}" destId="{D86C2345-EC98-4B41-BB0C-17263A149990}" srcOrd="0" destOrd="0" presId="urn:microsoft.com/office/officeart/2018/2/layout/IconLabelDescriptionList"/>
    <dgm:cxn modelId="{E2B3E10D-960D-46D2-BA45-B53B1EE45F57}" type="presParOf" srcId="{D86C2345-EC98-4B41-BB0C-17263A149990}" destId="{4A37E735-23DD-4DD0-A368-D69297821E6F}" srcOrd="0" destOrd="0" presId="urn:microsoft.com/office/officeart/2018/2/layout/IconLabelDescriptionList"/>
    <dgm:cxn modelId="{5233A2F2-9EEE-4EB5-9C5F-393B8FD95EC9}" type="presParOf" srcId="{D86C2345-EC98-4B41-BB0C-17263A149990}" destId="{A46A0E43-E972-4D66-BDC9-24DBE3451573}" srcOrd="1" destOrd="0" presId="urn:microsoft.com/office/officeart/2018/2/layout/IconLabelDescriptionList"/>
    <dgm:cxn modelId="{C9331BCA-E6DE-4530-BBD9-D848E63EEE94}" type="presParOf" srcId="{D86C2345-EC98-4B41-BB0C-17263A149990}" destId="{88FAC2CC-089F-4354-9CC8-69C0B728DE32}" srcOrd="2" destOrd="0" presId="urn:microsoft.com/office/officeart/2018/2/layout/IconLabelDescriptionList"/>
    <dgm:cxn modelId="{B191B25D-0E5C-4C08-925A-E5704D6150C0}" type="presParOf" srcId="{D86C2345-EC98-4B41-BB0C-17263A149990}" destId="{18872678-B09E-4250-A31D-F6C4DEFF96E5}" srcOrd="3" destOrd="0" presId="urn:microsoft.com/office/officeart/2018/2/layout/IconLabelDescriptionList"/>
    <dgm:cxn modelId="{8DB2ABAB-4CAD-4819-9803-F7C45857D1A6}" type="presParOf" srcId="{D86C2345-EC98-4B41-BB0C-17263A149990}" destId="{3B6663D7-8A14-46B9-9344-26C69B9950A2}" srcOrd="4" destOrd="0" presId="urn:microsoft.com/office/officeart/2018/2/layout/IconLabelDescriptionList"/>
    <dgm:cxn modelId="{7FCEB833-B17A-4ADD-B1C6-94A79DA1E3D1}" type="presParOf" srcId="{6354B8F2-BED5-4FC2-88DF-00E4F17FDB7A}" destId="{1104BAF9-51A5-4FCB-9E26-A08D037BE2EC}" srcOrd="1" destOrd="0" presId="urn:microsoft.com/office/officeart/2018/2/layout/IconLabelDescriptionList"/>
    <dgm:cxn modelId="{8064C635-D256-4645-90CF-0BBD82F99924}" type="presParOf" srcId="{6354B8F2-BED5-4FC2-88DF-00E4F17FDB7A}" destId="{4BCDF7B3-3D74-4239-B6C6-897FECDFEDC4}" srcOrd="2" destOrd="0" presId="urn:microsoft.com/office/officeart/2018/2/layout/IconLabelDescriptionList"/>
    <dgm:cxn modelId="{9007F758-F47F-4C11-AB68-CA93B3B53221}" type="presParOf" srcId="{4BCDF7B3-3D74-4239-B6C6-897FECDFEDC4}" destId="{00A0A78A-EE6C-45B2-B259-B4BD726C194C}" srcOrd="0" destOrd="0" presId="urn:microsoft.com/office/officeart/2018/2/layout/IconLabelDescriptionList"/>
    <dgm:cxn modelId="{C0816ADB-B38F-40E2-83BE-075B63F81B46}" type="presParOf" srcId="{4BCDF7B3-3D74-4239-B6C6-897FECDFEDC4}" destId="{28FD1D7D-3394-47CA-8613-312B1CF1FB92}" srcOrd="1" destOrd="0" presId="urn:microsoft.com/office/officeart/2018/2/layout/IconLabelDescriptionList"/>
    <dgm:cxn modelId="{CDFC977A-D676-4BAA-9347-CFEED118A825}" type="presParOf" srcId="{4BCDF7B3-3D74-4239-B6C6-897FECDFEDC4}" destId="{E725DE30-A1CA-4326-83A3-4BA5A89FDE4A}" srcOrd="2" destOrd="0" presId="urn:microsoft.com/office/officeart/2018/2/layout/IconLabelDescriptionList"/>
    <dgm:cxn modelId="{9739108F-337A-498A-BBF2-8E3BE3FF092E}" type="presParOf" srcId="{4BCDF7B3-3D74-4239-B6C6-897FECDFEDC4}" destId="{338E5033-789A-4F1F-884F-1E35801FF794}" srcOrd="3" destOrd="0" presId="urn:microsoft.com/office/officeart/2018/2/layout/IconLabelDescriptionList"/>
    <dgm:cxn modelId="{B06A8AAC-CF96-4131-BF82-83B79DEDF1AD}" type="presParOf" srcId="{4BCDF7B3-3D74-4239-B6C6-897FECDFEDC4}" destId="{87AAA632-E660-4D83-8E65-004786817B2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7DF029-B2DF-4C96-BF41-1D929DC53A6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8BF101-866F-43AD-836F-B81B7201DF3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Sequence of letters</a:t>
          </a:r>
          <a:endParaRPr lang="en-US" dirty="0"/>
        </a:p>
      </dgm:t>
    </dgm:pt>
    <dgm:pt modelId="{928D47D8-1837-47B5-BDB7-73D9F8E28A9E}" type="parTrans" cxnId="{D94062B9-DB3B-4472-8737-C2B7DDECD9E7}">
      <dgm:prSet/>
      <dgm:spPr/>
      <dgm:t>
        <a:bodyPr/>
        <a:lstStyle/>
        <a:p>
          <a:endParaRPr lang="en-US"/>
        </a:p>
      </dgm:t>
    </dgm:pt>
    <dgm:pt modelId="{C7D82B1F-AE1C-4086-9DA1-22B73214722F}" type="sibTrans" cxnId="{D94062B9-DB3B-4472-8737-C2B7DDECD9E7}">
      <dgm:prSet/>
      <dgm:spPr/>
      <dgm:t>
        <a:bodyPr/>
        <a:lstStyle/>
        <a:p>
          <a:endParaRPr lang="en-US"/>
        </a:p>
      </dgm:t>
    </dgm:pt>
    <dgm:pt modelId="{F114F301-9E1F-43EF-9840-F4821037481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i="1" dirty="0"/>
            <a:t>…MSTDMAG…</a:t>
          </a:r>
          <a:endParaRPr lang="en-US" dirty="0"/>
        </a:p>
      </dgm:t>
    </dgm:pt>
    <dgm:pt modelId="{CA7BE233-7155-48AE-9D7A-D0093EB95039}" type="parTrans" cxnId="{915C487E-940D-4A44-90F2-ADE1BE01C354}">
      <dgm:prSet/>
      <dgm:spPr/>
      <dgm:t>
        <a:bodyPr/>
        <a:lstStyle/>
        <a:p>
          <a:endParaRPr lang="en-GB"/>
        </a:p>
      </dgm:t>
    </dgm:pt>
    <dgm:pt modelId="{3A833C1A-FAE3-4689-8E26-CF6AC432C6D3}" type="sibTrans" cxnId="{915C487E-940D-4A44-90F2-ADE1BE01C354}">
      <dgm:prSet/>
      <dgm:spPr/>
      <dgm:t>
        <a:bodyPr/>
        <a:lstStyle/>
        <a:p>
          <a:endParaRPr lang="en-GB"/>
        </a:p>
      </dgm:t>
    </dgm:pt>
    <dgm:pt modelId="{7B010510-BE6C-4704-8716-22AC069E48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Coordinates of 3D structure</a:t>
          </a:r>
        </a:p>
      </dgm:t>
    </dgm:pt>
    <dgm:pt modelId="{E3EBD717-A36E-4E91-B676-C18766044CD8}" type="parTrans" cxnId="{044F17BA-0A01-42D3-8A90-15CFFB62BB1D}">
      <dgm:prSet/>
      <dgm:spPr/>
      <dgm:t>
        <a:bodyPr/>
        <a:lstStyle/>
        <a:p>
          <a:endParaRPr lang="en-GB"/>
        </a:p>
      </dgm:t>
    </dgm:pt>
    <dgm:pt modelId="{573D42B1-C162-44F1-BA3C-137E3C6B1B8B}" type="sibTrans" cxnId="{044F17BA-0A01-42D3-8A90-15CFFB62BB1D}">
      <dgm:prSet/>
      <dgm:spPr/>
      <dgm:t>
        <a:bodyPr/>
        <a:lstStyle/>
        <a:p>
          <a:endParaRPr lang="en-GB"/>
        </a:p>
      </dgm:t>
    </dgm:pt>
    <dgm:pt modelId="{9D5AA638-04C3-4B48-A7A3-516AFEFAEC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   (</a:t>
          </a:r>
          <a:r>
            <a:rPr lang="en-US" i="1" dirty="0" err="1"/>
            <a:t>x,y,z</a:t>
          </a:r>
          <a:r>
            <a:rPr lang="en-US" i="1" dirty="0"/>
            <a:t>)</a:t>
          </a:r>
        </a:p>
      </dgm:t>
    </dgm:pt>
    <dgm:pt modelId="{309D256A-E505-45C1-9A48-BFE9101D3F9E}" type="parTrans" cxnId="{C90F48B7-5C13-4004-B32E-ECCFB3C897D4}">
      <dgm:prSet/>
      <dgm:spPr/>
    </dgm:pt>
    <dgm:pt modelId="{E7DE4C59-0D43-4CD4-BA4E-43C374C4A231}" type="sibTrans" cxnId="{C90F48B7-5C13-4004-B32E-ECCFB3C897D4}">
      <dgm:prSet/>
      <dgm:spPr/>
    </dgm:pt>
    <dgm:pt modelId="{BE8E3DB0-C4C5-4D5C-92E6-45CC4FC85C4B}" type="pres">
      <dgm:prSet presAssocID="{CA7DF029-B2DF-4C96-BF41-1D929DC53A64}" presName="root" presStyleCnt="0">
        <dgm:presLayoutVars>
          <dgm:dir/>
          <dgm:resizeHandles val="exact"/>
        </dgm:presLayoutVars>
      </dgm:prSet>
      <dgm:spPr/>
    </dgm:pt>
    <dgm:pt modelId="{1B432E43-1492-42EF-8782-86FD8D3AD16A}" type="pres">
      <dgm:prSet presAssocID="{248BF101-866F-43AD-836F-B81B7201DF3F}" presName="compNode" presStyleCnt="0"/>
      <dgm:spPr/>
    </dgm:pt>
    <dgm:pt modelId="{BBB6DC35-27F7-44B5-9FD0-5385105A25B0}" type="pres">
      <dgm:prSet presAssocID="{248BF101-866F-43AD-836F-B81B7201DF3F}" presName="bgRect" presStyleLbl="bgShp" presStyleIdx="0" presStyleCnt="2"/>
      <dgm:spPr/>
    </dgm:pt>
    <dgm:pt modelId="{E725F689-CA71-4027-BACE-FB88CEF61D70}" type="pres">
      <dgm:prSet presAssocID="{248BF101-866F-43AD-836F-B81B7201DF3F}" presName="iconRect" presStyleLbl="node1" presStyleIdx="0" presStyleCnt="2"/>
      <dgm:spPr>
        <a:blipFill>
          <a:blip xmlns:r="http://schemas.openxmlformats.org/officeDocument/2006/relationships"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DC5A58E-A139-484C-A950-C45C22F4E1EE}" type="pres">
      <dgm:prSet presAssocID="{248BF101-866F-43AD-836F-B81B7201DF3F}" presName="spaceRect" presStyleCnt="0"/>
      <dgm:spPr/>
    </dgm:pt>
    <dgm:pt modelId="{8BBC2799-6AA3-4685-A1C7-E1BA202404C8}" type="pres">
      <dgm:prSet presAssocID="{248BF101-866F-43AD-836F-B81B7201DF3F}" presName="parTx" presStyleLbl="revTx" presStyleIdx="0" presStyleCnt="4">
        <dgm:presLayoutVars>
          <dgm:chMax val="0"/>
          <dgm:chPref val="0"/>
        </dgm:presLayoutVars>
      </dgm:prSet>
      <dgm:spPr/>
    </dgm:pt>
    <dgm:pt modelId="{7967DA91-5E3C-43CD-8753-901D7B18CF58}" type="pres">
      <dgm:prSet presAssocID="{248BF101-866F-43AD-836F-B81B7201DF3F}" presName="desTx" presStyleLbl="revTx" presStyleIdx="1" presStyleCnt="4">
        <dgm:presLayoutVars/>
      </dgm:prSet>
      <dgm:spPr/>
    </dgm:pt>
    <dgm:pt modelId="{4A1A1775-6D6E-477E-82FB-47AC8CDBDDCF}" type="pres">
      <dgm:prSet presAssocID="{C7D82B1F-AE1C-4086-9DA1-22B73214722F}" presName="sibTrans" presStyleCnt="0"/>
      <dgm:spPr/>
    </dgm:pt>
    <dgm:pt modelId="{76B282A0-5689-4F6A-B3C4-2765C1789E08}" type="pres">
      <dgm:prSet presAssocID="{7B010510-BE6C-4704-8716-22AC069E486A}" presName="compNode" presStyleCnt="0"/>
      <dgm:spPr/>
    </dgm:pt>
    <dgm:pt modelId="{0D6B8ACD-B8BA-459F-863A-52FF74F4F6A1}" type="pres">
      <dgm:prSet presAssocID="{7B010510-BE6C-4704-8716-22AC069E486A}" presName="bgRect" presStyleLbl="bgShp" presStyleIdx="1" presStyleCnt="2"/>
      <dgm:spPr/>
    </dgm:pt>
    <dgm:pt modelId="{ECECE66C-C0F1-46DC-8A1D-7CFD9F8D3362}" type="pres">
      <dgm:prSet presAssocID="{7B010510-BE6C-4704-8716-22AC069E486A}" presName="iconRect" presStyleLbl="node1" presStyleIdx="1" presStyleCnt="2"/>
      <dgm:spPr>
        <a:blipFill>
          <a:blip xmlns:r="http://schemas.openxmlformats.org/officeDocument/2006/relationships"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F1A8121-11FB-45F4-957F-CF8772FC913A}" type="pres">
      <dgm:prSet presAssocID="{7B010510-BE6C-4704-8716-22AC069E486A}" presName="spaceRect" presStyleCnt="0"/>
      <dgm:spPr/>
    </dgm:pt>
    <dgm:pt modelId="{E0DFB94B-5DA5-4E5B-9964-3A8187850011}" type="pres">
      <dgm:prSet presAssocID="{7B010510-BE6C-4704-8716-22AC069E486A}" presName="parTx" presStyleLbl="revTx" presStyleIdx="2" presStyleCnt="4">
        <dgm:presLayoutVars>
          <dgm:chMax val="0"/>
          <dgm:chPref val="0"/>
        </dgm:presLayoutVars>
      </dgm:prSet>
      <dgm:spPr/>
    </dgm:pt>
    <dgm:pt modelId="{BB114712-BD73-4182-BB1E-559519B93EED}" type="pres">
      <dgm:prSet presAssocID="{7B010510-BE6C-4704-8716-22AC069E486A}" presName="desTx" presStyleLbl="revTx" presStyleIdx="3" presStyleCnt="4">
        <dgm:presLayoutVars/>
      </dgm:prSet>
      <dgm:spPr/>
    </dgm:pt>
  </dgm:ptLst>
  <dgm:cxnLst>
    <dgm:cxn modelId="{1A6A4512-1E49-41D8-9400-AF6752C32C89}" type="presOf" srcId="{CA7DF029-B2DF-4C96-BF41-1D929DC53A64}" destId="{BE8E3DB0-C4C5-4D5C-92E6-45CC4FC85C4B}" srcOrd="0" destOrd="0" presId="urn:microsoft.com/office/officeart/2018/2/layout/IconVerticalSolidList"/>
    <dgm:cxn modelId="{51C27D21-CD22-4457-9090-A3F57BB863B6}" type="presOf" srcId="{9D5AA638-04C3-4B48-A7A3-516AFEFAECE6}" destId="{BB114712-BD73-4182-BB1E-559519B93EED}" srcOrd="0" destOrd="0" presId="urn:microsoft.com/office/officeart/2018/2/layout/IconVerticalSolidList"/>
    <dgm:cxn modelId="{7CD21E43-72C3-4E0A-8FC5-89A93140D587}" type="presOf" srcId="{F114F301-9E1F-43EF-9840-F4821037481F}" destId="{7967DA91-5E3C-43CD-8753-901D7B18CF58}" srcOrd="0" destOrd="0" presId="urn:microsoft.com/office/officeart/2018/2/layout/IconVerticalSolidList"/>
    <dgm:cxn modelId="{EBB91958-54B6-42FB-823E-38FDF49EE480}" type="presOf" srcId="{248BF101-866F-43AD-836F-B81B7201DF3F}" destId="{8BBC2799-6AA3-4685-A1C7-E1BA202404C8}" srcOrd="0" destOrd="0" presId="urn:microsoft.com/office/officeart/2018/2/layout/IconVerticalSolidList"/>
    <dgm:cxn modelId="{915C487E-940D-4A44-90F2-ADE1BE01C354}" srcId="{248BF101-866F-43AD-836F-B81B7201DF3F}" destId="{F114F301-9E1F-43EF-9840-F4821037481F}" srcOrd="0" destOrd="0" parTransId="{CA7BE233-7155-48AE-9D7A-D0093EB95039}" sibTransId="{3A833C1A-FAE3-4689-8E26-CF6AC432C6D3}"/>
    <dgm:cxn modelId="{C90F48B7-5C13-4004-B32E-ECCFB3C897D4}" srcId="{7B010510-BE6C-4704-8716-22AC069E486A}" destId="{9D5AA638-04C3-4B48-A7A3-516AFEFAECE6}" srcOrd="0" destOrd="0" parTransId="{309D256A-E505-45C1-9A48-BFE9101D3F9E}" sibTransId="{E7DE4C59-0D43-4CD4-BA4E-43C374C4A231}"/>
    <dgm:cxn modelId="{D94062B9-DB3B-4472-8737-C2B7DDECD9E7}" srcId="{CA7DF029-B2DF-4C96-BF41-1D929DC53A64}" destId="{248BF101-866F-43AD-836F-B81B7201DF3F}" srcOrd="0" destOrd="0" parTransId="{928D47D8-1837-47B5-BDB7-73D9F8E28A9E}" sibTransId="{C7D82B1F-AE1C-4086-9DA1-22B73214722F}"/>
    <dgm:cxn modelId="{044F17BA-0A01-42D3-8A90-15CFFB62BB1D}" srcId="{CA7DF029-B2DF-4C96-BF41-1D929DC53A64}" destId="{7B010510-BE6C-4704-8716-22AC069E486A}" srcOrd="1" destOrd="0" parTransId="{E3EBD717-A36E-4E91-B676-C18766044CD8}" sibTransId="{573D42B1-C162-44F1-BA3C-137E3C6B1B8B}"/>
    <dgm:cxn modelId="{3DAD1FDD-740D-49AD-B676-993E09775B8C}" type="presOf" srcId="{7B010510-BE6C-4704-8716-22AC069E486A}" destId="{E0DFB94B-5DA5-4E5B-9964-3A8187850011}" srcOrd="0" destOrd="0" presId="urn:microsoft.com/office/officeart/2018/2/layout/IconVerticalSolidList"/>
    <dgm:cxn modelId="{B1F2D121-02D4-4A6E-8E71-9016942EE0E9}" type="presParOf" srcId="{BE8E3DB0-C4C5-4D5C-92E6-45CC4FC85C4B}" destId="{1B432E43-1492-42EF-8782-86FD8D3AD16A}" srcOrd="0" destOrd="0" presId="urn:microsoft.com/office/officeart/2018/2/layout/IconVerticalSolidList"/>
    <dgm:cxn modelId="{209060DD-2BBB-45AB-A703-4C99413AFE6C}" type="presParOf" srcId="{1B432E43-1492-42EF-8782-86FD8D3AD16A}" destId="{BBB6DC35-27F7-44B5-9FD0-5385105A25B0}" srcOrd="0" destOrd="0" presId="urn:microsoft.com/office/officeart/2018/2/layout/IconVerticalSolidList"/>
    <dgm:cxn modelId="{A5B6F20B-47B9-43F9-BE11-A8964FC8EE1B}" type="presParOf" srcId="{1B432E43-1492-42EF-8782-86FD8D3AD16A}" destId="{E725F689-CA71-4027-BACE-FB88CEF61D70}" srcOrd="1" destOrd="0" presId="urn:microsoft.com/office/officeart/2018/2/layout/IconVerticalSolidList"/>
    <dgm:cxn modelId="{6EBE9DBC-9AE3-415F-8FCC-612968923D0B}" type="presParOf" srcId="{1B432E43-1492-42EF-8782-86FD8D3AD16A}" destId="{EDC5A58E-A139-484C-A950-C45C22F4E1EE}" srcOrd="2" destOrd="0" presId="urn:microsoft.com/office/officeart/2018/2/layout/IconVerticalSolidList"/>
    <dgm:cxn modelId="{01F97618-3E7B-41E9-8030-E4604EE0220C}" type="presParOf" srcId="{1B432E43-1492-42EF-8782-86FD8D3AD16A}" destId="{8BBC2799-6AA3-4685-A1C7-E1BA202404C8}" srcOrd="3" destOrd="0" presId="urn:microsoft.com/office/officeart/2018/2/layout/IconVerticalSolidList"/>
    <dgm:cxn modelId="{2E2DE769-E6AF-4030-AC54-626D80F5300D}" type="presParOf" srcId="{1B432E43-1492-42EF-8782-86FD8D3AD16A}" destId="{7967DA91-5E3C-43CD-8753-901D7B18CF58}" srcOrd="4" destOrd="0" presId="urn:microsoft.com/office/officeart/2018/2/layout/IconVerticalSolidList"/>
    <dgm:cxn modelId="{8DA44A3A-9C78-4936-9E5C-8A8FC61889B7}" type="presParOf" srcId="{BE8E3DB0-C4C5-4D5C-92E6-45CC4FC85C4B}" destId="{4A1A1775-6D6E-477E-82FB-47AC8CDBDDCF}" srcOrd="1" destOrd="0" presId="urn:microsoft.com/office/officeart/2018/2/layout/IconVerticalSolidList"/>
    <dgm:cxn modelId="{23D7C444-43DE-49B0-A4BF-0B44B965B889}" type="presParOf" srcId="{BE8E3DB0-C4C5-4D5C-92E6-45CC4FC85C4B}" destId="{76B282A0-5689-4F6A-B3C4-2765C1789E08}" srcOrd="2" destOrd="0" presId="urn:microsoft.com/office/officeart/2018/2/layout/IconVerticalSolidList"/>
    <dgm:cxn modelId="{69CD3CEE-6710-4896-8784-A4F18B3FC948}" type="presParOf" srcId="{76B282A0-5689-4F6A-B3C4-2765C1789E08}" destId="{0D6B8ACD-B8BA-459F-863A-52FF74F4F6A1}" srcOrd="0" destOrd="0" presId="urn:microsoft.com/office/officeart/2018/2/layout/IconVerticalSolidList"/>
    <dgm:cxn modelId="{F5591AD9-6147-4E01-9AE1-EE9D553C0783}" type="presParOf" srcId="{76B282A0-5689-4F6A-B3C4-2765C1789E08}" destId="{ECECE66C-C0F1-46DC-8A1D-7CFD9F8D3362}" srcOrd="1" destOrd="0" presId="urn:microsoft.com/office/officeart/2018/2/layout/IconVerticalSolidList"/>
    <dgm:cxn modelId="{73F2A2A4-ED4F-4A09-A56A-3E1531ACB986}" type="presParOf" srcId="{76B282A0-5689-4F6A-B3C4-2765C1789E08}" destId="{AF1A8121-11FB-45F4-957F-CF8772FC913A}" srcOrd="2" destOrd="0" presId="urn:microsoft.com/office/officeart/2018/2/layout/IconVerticalSolidList"/>
    <dgm:cxn modelId="{A529EEB9-2916-41E5-9303-BF4B707F9592}" type="presParOf" srcId="{76B282A0-5689-4F6A-B3C4-2765C1789E08}" destId="{E0DFB94B-5DA5-4E5B-9964-3A8187850011}" srcOrd="3" destOrd="0" presId="urn:microsoft.com/office/officeart/2018/2/layout/IconVerticalSolidList"/>
    <dgm:cxn modelId="{B781B71B-3A07-42FA-A8CD-3CB3C2FE8A22}" type="presParOf" srcId="{76B282A0-5689-4F6A-B3C4-2765C1789E08}" destId="{BB114712-BD73-4182-BB1E-559519B93EE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903418-F4C8-49FB-91E2-A1B034B533D5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A4E6A5C-8B1C-4DE5-8FCC-AD4C0666B571}">
      <dgm:prSet phldrT="[Text]"/>
      <dgm:spPr/>
      <dgm:t>
        <a:bodyPr/>
        <a:lstStyle/>
        <a:p>
          <a:r>
            <a:rPr lang="en-GB" dirty="0"/>
            <a:t>Sequence-to-structure models</a:t>
          </a:r>
        </a:p>
      </dgm:t>
    </dgm:pt>
    <dgm:pt modelId="{EEEBAF2A-9CA5-4EF5-BC63-298DDFF3A00D}" type="parTrans" cxnId="{4C7684D2-4950-44A1-BC1B-5E2B7EBA7F11}">
      <dgm:prSet/>
      <dgm:spPr/>
      <dgm:t>
        <a:bodyPr/>
        <a:lstStyle/>
        <a:p>
          <a:endParaRPr lang="en-GB"/>
        </a:p>
      </dgm:t>
    </dgm:pt>
    <dgm:pt modelId="{31CBFEA3-8EE2-4F2D-830F-7AE21A1C4519}" type="sibTrans" cxnId="{4C7684D2-4950-44A1-BC1B-5E2B7EBA7F11}">
      <dgm:prSet/>
      <dgm:spPr/>
      <dgm:t>
        <a:bodyPr/>
        <a:lstStyle/>
        <a:p>
          <a:endParaRPr lang="en-GB"/>
        </a:p>
      </dgm:t>
    </dgm:pt>
    <dgm:pt modelId="{F7606F2C-5393-4FF9-AFE1-731983A44781}">
      <dgm:prSet phldrT="[Text]"/>
      <dgm:spPr/>
      <dgm:t>
        <a:bodyPr/>
        <a:lstStyle/>
        <a:p>
          <a:r>
            <a:rPr lang="en-GB" dirty="0"/>
            <a:t>Start at source</a:t>
          </a:r>
        </a:p>
      </dgm:t>
    </dgm:pt>
    <dgm:pt modelId="{11345D12-9B5B-44BD-AF88-98545A469CCA}" type="parTrans" cxnId="{F7218A59-975B-42F0-98D6-C4252B8E4898}">
      <dgm:prSet/>
      <dgm:spPr/>
      <dgm:t>
        <a:bodyPr/>
        <a:lstStyle/>
        <a:p>
          <a:endParaRPr lang="en-GB"/>
        </a:p>
      </dgm:t>
    </dgm:pt>
    <dgm:pt modelId="{CF675957-D26C-4CD6-A71B-985B9B04CFE5}" type="sibTrans" cxnId="{F7218A59-975B-42F0-98D6-C4252B8E4898}">
      <dgm:prSet/>
      <dgm:spPr/>
      <dgm:t>
        <a:bodyPr/>
        <a:lstStyle/>
        <a:p>
          <a:endParaRPr lang="en-GB"/>
        </a:p>
      </dgm:t>
    </dgm:pt>
    <dgm:pt modelId="{9700C797-0825-4820-9F6F-33A33123C0A6}">
      <dgm:prSet phldrT="[Text]"/>
      <dgm:spPr/>
      <dgm:t>
        <a:bodyPr/>
        <a:lstStyle/>
        <a:p>
          <a:r>
            <a:rPr lang="en-GB" dirty="0"/>
            <a:t>Data quality &amp; availability</a:t>
          </a:r>
        </a:p>
      </dgm:t>
    </dgm:pt>
    <dgm:pt modelId="{E8179259-52CF-41DA-9970-B3221EACCA30}" type="parTrans" cxnId="{3C403007-2F43-47C0-A866-475853238FE0}">
      <dgm:prSet/>
      <dgm:spPr/>
      <dgm:t>
        <a:bodyPr/>
        <a:lstStyle/>
        <a:p>
          <a:endParaRPr lang="en-GB"/>
        </a:p>
      </dgm:t>
    </dgm:pt>
    <dgm:pt modelId="{1D1993CE-7B4F-4984-ADB1-39E7EC3E6425}" type="sibTrans" cxnId="{3C403007-2F43-47C0-A866-475853238FE0}">
      <dgm:prSet/>
      <dgm:spPr/>
      <dgm:t>
        <a:bodyPr/>
        <a:lstStyle/>
        <a:p>
          <a:endParaRPr lang="en-GB"/>
        </a:p>
      </dgm:t>
    </dgm:pt>
    <dgm:pt modelId="{219C91EC-06E4-478D-B334-FACFE84691AD}" type="pres">
      <dgm:prSet presAssocID="{20903418-F4C8-49FB-91E2-A1B034B533D5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7654AE6-0570-4288-A647-DB1D67C76DDC}" type="pres">
      <dgm:prSet presAssocID="{CA4E6A5C-8B1C-4DE5-8FCC-AD4C0666B571}" presName="hierRoot1" presStyleCnt="0">
        <dgm:presLayoutVars>
          <dgm:hierBranch val="init"/>
        </dgm:presLayoutVars>
      </dgm:prSet>
      <dgm:spPr/>
    </dgm:pt>
    <dgm:pt modelId="{A137CE37-921B-4E8A-B4F9-75CA4283D27C}" type="pres">
      <dgm:prSet presAssocID="{CA4E6A5C-8B1C-4DE5-8FCC-AD4C0666B571}" presName="rootComposite1" presStyleCnt="0"/>
      <dgm:spPr/>
    </dgm:pt>
    <dgm:pt modelId="{F2F1C9D6-ECD5-40DE-9600-F7F8AA806DE7}" type="pres">
      <dgm:prSet presAssocID="{CA4E6A5C-8B1C-4DE5-8FCC-AD4C0666B571}" presName="rootText1" presStyleLbl="alignAcc1" presStyleIdx="0" presStyleCnt="0">
        <dgm:presLayoutVars>
          <dgm:chPref val="3"/>
        </dgm:presLayoutVars>
      </dgm:prSet>
      <dgm:spPr/>
    </dgm:pt>
    <dgm:pt modelId="{CE083DED-700C-4D06-A875-B001BA157EDC}" type="pres">
      <dgm:prSet presAssocID="{CA4E6A5C-8B1C-4DE5-8FCC-AD4C0666B571}" presName="topArc1" presStyleLbl="parChTrans1D1" presStyleIdx="0" presStyleCnt="6"/>
      <dgm:spPr/>
    </dgm:pt>
    <dgm:pt modelId="{A113B7F7-35BA-4EEA-BF8A-C0FD17ECFA9C}" type="pres">
      <dgm:prSet presAssocID="{CA4E6A5C-8B1C-4DE5-8FCC-AD4C0666B571}" presName="bottomArc1" presStyleLbl="parChTrans1D1" presStyleIdx="1" presStyleCnt="6"/>
      <dgm:spPr/>
    </dgm:pt>
    <dgm:pt modelId="{B4CFAF14-52D5-407B-83DF-4678972FFEF2}" type="pres">
      <dgm:prSet presAssocID="{CA4E6A5C-8B1C-4DE5-8FCC-AD4C0666B571}" presName="topConnNode1" presStyleLbl="node1" presStyleIdx="0" presStyleCnt="0"/>
      <dgm:spPr/>
    </dgm:pt>
    <dgm:pt modelId="{3FD684F5-C904-4F99-A36F-6D25D9E7D56E}" type="pres">
      <dgm:prSet presAssocID="{CA4E6A5C-8B1C-4DE5-8FCC-AD4C0666B571}" presName="hierChild2" presStyleCnt="0"/>
      <dgm:spPr/>
    </dgm:pt>
    <dgm:pt modelId="{7E09C7C4-490D-4EDA-B0A3-673CBB8BF2DC}" type="pres">
      <dgm:prSet presAssocID="{CA4E6A5C-8B1C-4DE5-8FCC-AD4C0666B571}" presName="hierChild3" presStyleCnt="0"/>
      <dgm:spPr/>
    </dgm:pt>
    <dgm:pt modelId="{222B779C-0AB6-4667-BE02-B64FDC2CB420}" type="pres">
      <dgm:prSet presAssocID="{F7606F2C-5393-4FF9-AFE1-731983A44781}" presName="hierRoot1" presStyleCnt="0">
        <dgm:presLayoutVars>
          <dgm:hierBranch val="init"/>
        </dgm:presLayoutVars>
      </dgm:prSet>
      <dgm:spPr/>
    </dgm:pt>
    <dgm:pt modelId="{6B3869DA-E86B-4E59-B54A-B01591E0F367}" type="pres">
      <dgm:prSet presAssocID="{F7606F2C-5393-4FF9-AFE1-731983A44781}" presName="rootComposite1" presStyleCnt="0"/>
      <dgm:spPr/>
    </dgm:pt>
    <dgm:pt modelId="{34ACEC14-1FF6-4E0C-90B6-BE08A3289646}" type="pres">
      <dgm:prSet presAssocID="{F7606F2C-5393-4FF9-AFE1-731983A44781}" presName="rootText1" presStyleLbl="alignAcc1" presStyleIdx="0" presStyleCnt="0">
        <dgm:presLayoutVars>
          <dgm:chPref val="3"/>
        </dgm:presLayoutVars>
      </dgm:prSet>
      <dgm:spPr/>
    </dgm:pt>
    <dgm:pt modelId="{63F8BD1F-38CF-45DC-8BC9-56586E1E5752}" type="pres">
      <dgm:prSet presAssocID="{F7606F2C-5393-4FF9-AFE1-731983A44781}" presName="topArc1" presStyleLbl="parChTrans1D1" presStyleIdx="2" presStyleCnt="6"/>
      <dgm:spPr/>
    </dgm:pt>
    <dgm:pt modelId="{293581B9-8AC4-43AC-B5FD-01D99797E715}" type="pres">
      <dgm:prSet presAssocID="{F7606F2C-5393-4FF9-AFE1-731983A44781}" presName="bottomArc1" presStyleLbl="parChTrans1D1" presStyleIdx="3" presStyleCnt="6"/>
      <dgm:spPr/>
    </dgm:pt>
    <dgm:pt modelId="{405C2192-12CB-4407-8D12-48D370607717}" type="pres">
      <dgm:prSet presAssocID="{F7606F2C-5393-4FF9-AFE1-731983A44781}" presName="topConnNode1" presStyleLbl="node1" presStyleIdx="0" presStyleCnt="0"/>
      <dgm:spPr/>
    </dgm:pt>
    <dgm:pt modelId="{0BED69AD-9E10-4E12-B1B6-68521D0A5AA8}" type="pres">
      <dgm:prSet presAssocID="{F7606F2C-5393-4FF9-AFE1-731983A44781}" presName="hierChild2" presStyleCnt="0"/>
      <dgm:spPr/>
    </dgm:pt>
    <dgm:pt modelId="{7E690BD7-D996-414D-857E-EF7CA46464CE}" type="pres">
      <dgm:prSet presAssocID="{F7606F2C-5393-4FF9-AFE1-731983A44781}" presName="hierChild3" presStyleCnt="0"/>
      <dgm:spPr/>
    </dgm:pt>
    <dgm:pt modelId="{FE1F1E1C-B442-40E9-95BA-B84FFB8AD55D}" type="pres">
      <dgm:prSet presAssocID="{9700C797-0825-4820-9F6F-33A33123C0A6}" presName="hierRoot1" presStyleCnt="0">
        <dgm:presLayoutVars>
          <dgm:hierBranch val="init"/>
        </dgm:presLayoutVars>
      </dgm:prSet>
      <dgm:spPr/>
    </dgm:pt>
    <dgm:pt modelId="{6977DAD8-FE1A-4A21-9E03-4A92C34A728B}" type="pres">
      <dgm:prSet presAssocID="{9700C797-0825-4820-9F6F-33A33123C0A6}" presName="rootComposite1" presStyleCnt="0"/>
      <dgm:spPr/>
    </dgm:pt>
    <dgm:pt modelId="{5F5D51A0-5DDC-4B27-82E4-A2101384493B}" type="pres">
      <dgm:prSet presAssocID="{9700C797-0825-4820-9F6F-33A33123C0A6}" presName="rootText1" presStyleLbl="alignAcc1" presStyleIdx="0" presStyleCnt="0">
        <dgm:presLayoutVars>
          <dgm:chPref val="3"/>
        </dgm:presLayoutVars>
      </dgm:prSet>
      <dgm:spPr/>
    </dgm:pt>
    <dgm:pt modelId="{74B7D6B4-4E06-4B6E-961D-9CF589E39EE4}" type="pres">
      <dgm:prSet presAssocID="{9700C797-0825-4820-9F6F-33A33123C0A6}" presName="topArc1" presStyleLbl="parChTrans1D1" presStyleIdx="4" presStyleCnt="6"/>
      <dgm:spPr/>
    </dgm:pt>
    <dgm:pt modelId="{E7AF0DB3-7045-463B-B730-EC8C49C0622E}" type="pres">
      <dgm:prSet presAssocID="{9700C797-0825-4820-9F6F-33A33123C0A6}" presName="bottomArc1" presStyleLbl="parChTrans1D1" presStyleIdx="5" presStyleCnt="6"/>
      <dgm:spPr/>
    </dgm:pt>
    <dgm:pt modelId="{EB8FD0E9-FA82-49E1-B5DF-AA9D538D4234}" type="pres">
      <dgm:prSet presAssocID="{9700C797-0825-4820-9F6F-33A33123C0A6}" presName="topConnNode1" presStyleLbl="node1" presStyleIdx="0" presStyleCnt="0"/>
      <dgm:spPr/>
    </dgm:pt>
    <dgm:pt modelId="{26852CEB-0471-4FA8-8FE0-DCD83FC48E21}" type="pres">
      <dgm:prSet presAssocID="{9700C797-0825-4820-9F6F-33A33123C0A6}" presName="hierChild2" presStyleCnt="0"/>
      <dgm:spPr/>
    </dgm:pt>
    <dgm:pt modelId="{666BC1F1-4472-4623-89FC-1D0CD94AD9C9}" type="pres">
      <dgm:prSet presAssocID="{9700C797-0825-4820-9F6F-33A33123C0A6}" presName="hierChild3" presStyleCnt="0"/>
      <dgm:spPr/>
    </dgm:pt>
  </dgm:ptLst>
  <dgm:cxnLst>
    <dgm:cxn modelId="{3C403007-2F43-47C0-A866-475853238FE0}" srcId="{20903418-F4C8-49FB-91E2-A1B034B533D5}" destId="{9700C797-0825-4820-9F6F-33A33123C0A6}" srcOrd="2" destOrd="0" parTransId="{E8179259-52CF-41DA-9970-B3221EACCA30}" sibTransId="{1D1993CE-7B4F-4984-ADB1-39E7EC3E6425}"/>
    <dgm:cxn modelId="{59E7FB28-EDE1-417D-A181-3278DFF61C5C}" type="presOf" srcId="{CA4E6A5C-8B1C-4DE5-8FCC-AD4C0666B571}" destId="{B4CFAF14-52D5-407B-83DF-4678972FFEF2}" srcOrd="1" destOrd="0" presId="urn:microsoft.com/office/officeart/2008/layout/HalfCircleOrganizationChart"/>
    <dgm:cxn modelId="{3625F32D-E361-4955-90EB-5F4B14C1972E}" type="presOf" srcId="{F7606F2C-5393-4FF9-AFE1-731983A44781}" destId="{405C2192-12CB-4407-8D12-48D370607717}" srcOrd="1" destOrd="0" presId="urn:microsoft.com/office/officeart/2008/layout/HalfCircleOrganizationChart"/>
    <dgm:cxn modelId="{BE313830-35B5-4099-A113-440722AF4256}" type="presOf" srcId="{9700C797-0825-4820-9F6F-33A33123C0A6}" destId="{5F5D51A0-5DDC-4B27-82E4-A2101384493B}" srcOrd="0" destOrd="0" presId="urn:microsoft.com/office/officeart/2008/layout/HalfCircleOrganizationChart"/>
    <dgm:cxn modelId="{F7218A59-975B-42F0-98D6-C4252B8E4898}" srcId="{20903418-F4C8-49FB-91E2-A1B034B533D5}" destId="{F7606F2C-5393-4FF9-AFE1-731983A44781}" srcOrd="1" destOrd="0" parTransId="{11345D12-9B5B-44BD-AF88-98545A469CCA}" sibTransId="{CF675957-D26C-4CD6-A71B-985B9B04CFE5}"/>
    <dgm:cxn modelId="{1A44A786-5F32-4D53-A3E4-673B3B930505}" type="presOf" srcId="{F7606F2C-5393-4FF9-AFE1-731983A44781}" destId="{34ACEC14-1FF6-4E0C-90B6-BE08A3289646}" srcOrd="0" destOrd="0" presId="urn:microsoft.com/office/officeart/2008/layout/HalfCircleOrganizationChart"/>
    <dgm:cxn modelId="{75FE51BF-8031-4E16-92DC-98B180549E6F}" type="presOf" srcId="{20903418-F4C8-49FB-91E2-A1B034B533D5}" destId="{219C91EC-06E4-478D-B334-FACFE84691AD}" srcOrd="0" destOrd="0" presId="urn:microsoft.com/office/officeart/2008/layout/HalfCircleOrganizationChart"/>
    <dgm:cxn modelId="{B3A789C0-69C6-419C-83D7-1021B2693CDD}" type="presOf" srcId="{CA4E6A5C-8B1C-4DE5-8FCC-AD4C0666B571}" destId="{F2F1C9D6-ECD5-40DE-9600-F7F8AA806DE7}" srcOrd="0" destOrd="0" presId="urn:microsoft.com/office/officeart/2008/layout/HalfCircleOrganizationChart"/>
    <dgm:cxn modelId="{4C7684D2-4950-44A1-BC1B-5E2B7EBA7F11}" srcId="{20903418-F4C8-49FB-91E2-A1B034B533D5}" destId="{CA4E6A5C-8B1C-4DE5-8FCC-AD4C0666B571}" srcOrd="0" destOrd="0" parTransId="{EEEBAF2A-9CA5-4EF5-BC63-298DDFF3A00D}" sibTransId="{31CBFEA3-8EE2-4F2D-830F-7AE21A1C4519}"/>
    <dgm:cxn modelId="{079B63D8-8FEC-416D-BBF6-BDE3398748B5}" type="presOf" srcId="{9700C797-0825-4820-9F6F-33A33123C0A6}" destId="{EB8FD0E9-FA82-49E1-B5DF-AA9D538D4234}" srcOrd="1" destOrd="0" presId="urn:microsoft.com/office/officeart/2008/layout/HalfCircleOrganizationChart"/>
    <dgm:cxn modelId="{6A529F72-CF76-4DF9-8343-AD22F2DE5F46}" type="presParOf" srcId="{219C91EC-06E4-478D-B334-FACFE84691AD}" destId="{67654AE6-0570-4288-A647-DB1D67C76DDC}" srcOrd="0" destOrd="0" presId="urn:microsoft.com/office/officeart/2008/layout/HalfCircleOrganizationChart"/>
    <dgm:cxn modelId="{23FFCE9F-4422-4B77-A62D-D3BB5ABCB320}" type="presParOf" srcId="{67654AE6-0570-4288-A647-DB1D67C76DDC}" destId="{A137CE37-921B-4E8A-B4F9-75CA4283D27C}" srcOrd="0" destOrd="0" presId="urn:microsoft.com/office/officeart/2008/layout/HalfCircleOrganizationChart"/>
    <dgm:cxn modelId="{AC5F12FD-BF5B-4585-8F3C-C7644E1B1DFF}" type="presParOf" srcId="{A137CE37-921B-4E8A-B4F9-75CA4283D27C}" destId="{F2F1C9D6-ECD5-40DE-9600-F7F8AA806DE7}" srcOrd="0" destOrd="0" presId="urn:microsoft.com/office/officeart/2008/layout/HalfCircleOrganizationChart"/>
    <dgm:cxn modelId="{C4980AE0-B9EA-4D4A-9695-9BA6E7337355}" type="presParOf" srcId="{A137CE37-921B-4E8A-B4F9-75CA4283D27C}" destId="{CE083DED-700C-4D06-A875-B001BA157EDC}" srcOrd="1" destOrd="0" presId="urn:microsoft.com/office/officeart/2008/layout/HalfCircleOrganizationChart"/>
    <dgm:cxn modelId="{EA9270A7-F559-47E3-AB0B-7A88D86CFF1D}" type="presParOf" srcId="{A137CE37-921B-4E8A-B4F9-75CA4283D27C}" destId="{A113B7F7-35BA-4EEA-BF8A-C0FD17ECFA9C}" srcOrd="2" destOrd="0" presId="urn:microsoft.com/office/officeart/2008/layout/HalfCircleOrganizationChart"/>
    <dgm:cxn modelId="{06DD78D9-8A28-4CA9-8A46-4D22ED9F09EB}" type="presParOf" srcId="{A137CE37-921B-4E8A-B4F9-75CA4283D27C}" destId="{B4CFAF14-52D5-407B-83DF-4678972FFEF2}" srcOrd="3" destOrd="0" presId="urn:microsoft.com/office/officeart/2008/layout/HalfCircleOrganizationChart"/>
    <dgm:cxn modelId="{7A6EC4F2-8D19-4B03-AA18-E57760D78833}" type="presParOf" srcId="{67654AE6-0570-4288-A647-DB1D67C76DDC}" destId="{3FD684F5-C904-4F99-A36F-6D25D9E7D56E}" srcOrd="1" destOrd="0" presId="urn:microsoft.com/office/officeart/2008/layout/HalfCircleOrganizationChart"/>
    <dgm:cxn modelId="{36C5183E-0246-43A1-BC10-F804F6019BBC}" type="presParOf" srcId="{67654AE6-0570-4288-A647-DB1D67C76DDC}" destId="{7E09C7C4-490D-4EDA-B0A3-673CBB8BF2DC}" srcOrd="2" destOrd="0" presId="urn:microsoft.com/office/officeart/2008/layout/HalfCircleOrganizationChart"/>
    <dgm:cxn modelId="{29D66123-5830-40E4-9ED9-0A86D0EAB827}" type="presParOf" srcId="{219C91EC-06E4-478D-B334-FACFE84691AD}" destId="{222B779C-0AB6-4667-BE02-B64FDC2CB420}" srcOrd="1" destOrd="0" presId="urn:microsoft.com/office/officeart/2008/layout/HalfCircleOrganizationChart"/>
    <dgm:cxn modelId="{D4F0F3B1-238C-49B3-A42C-489473CE73A6}" type="presParOf" srcId="{222B779C-0AB6-4667-BE02-B64FDC2CB420}" destId="{6B3869DA-E86B-4E59-B54A-B01591E0F367}" srcOrd="0" destOrd="0" presId="urn:microsoft.com/office/officeart/2008/layout/HalfCircleOrganizationChart"/>
    <dgm:cxn modelId="{63603D4B-C9E3-4757-9E2C-F0640278AAEC}" type="presParOf" srcId="{6B3869DA-E86B-4E59-B54A-B01591E0F367}" destId="{34ACEC14-1FF6-4E0C-90B6-BE08A3289646}" srcOrd="0" destOrd="0" presId="urn:microsoft.com/office/officeart/2008/layout/HalfCircleOrganizationChart"/>
    <dgm:cxn modelId="{2617C595-0191-4EF7-9B10-5EB0F11AB493}" type="presParOf" srcId="{6B3869DA-E86B-4E59-B54A-B01591E0F367}" destId="{63F8BD1F-38CF-45DC-8BC9-56586E1E5752}" srcOrd="1" destOrd="0" presId="urn:microsoft.com/office/officeart/2008/layout/HalfCircleOrganizationChart"/>
    <dgm:cxn modelId="{AA3F0428-9FF1-4887-B7F3-0BFF96DA0E48}" type="presParOf" srcId="{6B3869DA-E86B-4E59-B54A-B01591E0F367}" destId="{293581B9-8AC4-43AC-B5FD-01D99797E715}" srcOrd="2" destOrd="0" presId="urn:microsoft.com/office/officeart/2008/layout/HalfCircleOrganizationChart"/>
    <dgm:cxn modelId="{8C50529B-2A54-4D8A-BE80-B0DCB8079DB8}" type="presParOf" srcId="{6B3869DA-E86B-4E59-B54A-B01591E0F367}" destId="{405C2192-12CB-4407-8D12-48D370607717}" srcOrd="3" destOrd="0" presId="urn:microsoft.com/office/officeart/2008/layout/HalfCircleOrganizationChart"/>
    <dgm:cxn modelId="{1F885E24-86A4-470B-9DF5-203BCD785EFC}" type="presParOf" srcId="{222B779C-0AB6-4667-BE02-B64FDC2CB420}" destId="{0BED69AD-9E10-4E12-B1B6-68521D0A5AA8}" srcOrd="1" destOrd="0" presId="urn:microsoft.com/office/officeart/2008/layout/HalfCircleOrganizationChart"/>
    <dgm:cxn modelId="{81222746-C3D8-49EC-8BC7-534AE2876593}" type="presParOf" srcId="{222B779C-0AB6-4667-BE02-B64FDC2CB420}" destId="{7E690BD7-D996-414D-857E-EF7CA46464CE}" srcOrd="2" destOrd="0" presId="urn:microsoft.com/office/officeart/2008/layout/HalfCircleOrganizationChart"/>
    <dgm:cxn modelId="{5676D7E1-A477-43D8-A378-17B41001050B}" type="presParOf" srcId="{219C91EC-06E4-478D-B334-FACFE84691AD}" destId="{FE1F1E1C-B442-40E9-95BA-B84FFB8AD55D}" srcOrd="2" destOrd="0" presId="urn:microsoft.com/office/officeart/2008/layout/HalfCircleOrganizationChart"/>
    <dgm:cxn modelId="{89030DDD-1BB1-4BDC-9247-1F42B20B9209}" type="presParOf" srcId="{FE1F1E1C-B442-40E9-95BA-B84FFB8AD55D}" destId="{6977DAD8-FE1A-4A21-9E03-4A92C34A728B}" srcOrd="0" destOrd="0" presId="urn:microsoft.com/office/officeart/2008/layout/HalfCircleOrganizationChart"/>
    <dgm:cxn modelId="{BF1D76E5-7000-4FD6-AC6E-A3CBEC8FC5A5}" type="presParOf" srcId="{6977DAD8-FE1A-4A21-9E03-4A92C34A728B}" destId="{5F5D51A0-5DDC-4B27-82E4-A2101384493B}" srcOrd="0" destOrd="0" presId="urn:microsoft.com/office/officeart/2008/layout/HalfCircleOrganizationChart"/>
    <dgm:cxn modelId="{25330C73-25E9-4D76-A2FB-E45306CB1971}" type="presParOf" srcId="{6977DAD8-FE1A-4A21-9E03-4A92C34A728B}" destId="{74B7D6B4-4E06-4B6E-961D-9CF589E39EE4}" srcOrd="1" destOrd="0" presId="urn:microsoft.com/office/officeart/2008/layout/HalfCircleOrganizationChart"/>
    <dgm:cxn modelId="{F415758E-D015-4BBB-9FC6-F03B8C8A5466}" type="presParOf" srcId="{6977DAD8-FE1A-4A21-9E03-4A92C34A728B}" destId="{E7AF0DB3-7045-463B-B730-EC8C49C0622E}" srcOrd="2" destOrd="0" presId="urn:microsoft.com/office/officeart/2008/layout/HalfCircleOrganizationChart"/>
    <dgm:cxn modelId="{31935B21-45F0-413B-BB5D-5A9ABF9E8645}" type="presParOf" srcId="{6977DAD8-FE1A-4A21-9E03-4A92C34A728B}" destId="{EB8FD0E9-FA82-49E1-B5DF-AA9D538D4234}" srcOrd="3" destOrd="0" presId="urn:microsoft.com/office/officeart/2008/layout/HalfCircleOrganizationChart"/>
    <dgm:cxn modelId="{8330DC8D-CE05-4365-AFDA-FEBF310D6236}" type="presParOf" srcId="{FE1F1E1C-B442-40E9-95BA-B84FFB8AD55D}" destId="{26852CEB-0471-4FA8-8FE0-DCD83FC48E21}" srcOrd="1" destOrd="0" presId="urn:microsoft.com/office/officeart/2008/layout/HalfCircleOrganizationChart"/>
    <dgm:cxn modelId="{2199E2CB-00BD-4537-BBF9-AD4CF795AB6B}" type="presParOf" srcId="{FE1F1E1C-B442-40E9-95BA-B84FFB8AD55D}" destId="{666BC1F1-4472-4623-89FC-1D0CD94AD9C9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50DB42-01F5-4E22-9CB5-FF02A315EA5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305CE9-2A6E-4C09-A98B-9AAB841614A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Canonical and non-canonical</a:t>
          </a:r>
          <a:endParaRPr lang="en-US" dirty="0"/>
        </a:p>
      </dgm:t>
    </dgm:pt>
    <dgm:pt modelId="{638E38CF-3391-4BD6-97DE-B08BB0BB550C}" type="parTrans" cxnId="{776C9F8A-CB03-4C86-AE76-E4014F9FC05F}">
      <dgm:prSet/>
      <dgm:spPr/>
      <dgm:t>
        <a:bodyPr/>
        <a:lstStyle/>
        <a:p>
          <a:endParaRPr lang="en-US"/>
        </a:p>
      </dgm:t>
    </dgm:pt>
    <dgm:pt modelId="{015FD5B6-785A-4F13-87FA-AE8437416351}" type="sibTrans" cxnId="{776C9F8A-CB03-4C86-AE76-E4014F9FC05F}">
      <dgm:prSet/>
      <dgm:spPr/>
      <dgm:t>
        <a:bodyPr/>
        <a:lstStyle/>
        <a:p>
          <a:endParaRPr lang="en-US"/>
        </a:p>
      </dgm:t>
    </dgm:pt>
    <dgm:pt modelId="{FFE95A8B-1E73-4357-8F35-C72F1708CC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Include changes</a:t>
          </a:r>
          <a:endParaRPr lang="en-US" dirty="0"/>
        </a:p>
      </dgm:t>
    </dgm:pt>
    <dgm:pt modelId="{FE821EEB-1F9A-483A-96C4-25EC599D934B}" type="parTrans" cxnId="{D92EB584-57CB-448A-939D-2894F00BA909}">
      <dgm:prSet/>
      <dgm:spPr/>
      <dgm:t>
        <a:bodyPr/>
        <a:lstStyle/>
        <a:p>
          <a:endParaRPr lang="en-US"/>
        </a:p>
      </dgm:t>
    </dgm:pt>
    <dgm:pt modelId="{3A754E97-23B1-4BD3-A0D3-E3F5F41CDBD7}" type="sibTrans" cxnId="{D92EB584-57CB-448A-939D-2894F00BA909}">
      <dgm:prSet/>
      <dgm:spPr/>
      <dgm:t>
        <a:bodyPr/>
        <a:lstStyle/>
        <a:p>
          <a:endParaRPr lang="en-US"/>
        </a:p>
      </dgm:t>
    </dgm:pt>
    <dgm:pt modelId="{81E9EEEB-457B-4716-B188-E6EA5132830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Amino acids or proteins</a:t>
          </a:r>
          <a:endParaRPr lang="en-US" dirty="0"/>
        </a:p>
      </dgm:t>
    </dgm:pt>
    <dgm:pt modelId="{F3FD173B-5CB9-4D49-9DB7-08E6C7EA0A17}" type="parTrans" cxnId="{9F6C971B-B97E-44FF-9F36-8AFA4E39A58F}">
      <dgm:prSet/>
      <dgm:spPr/>
      <dgm:t>
        <a:bodyPr/>
        <a:lstStyle/>
        <a:p>
          <a:endParaRPr lang="en-US"/>
        </a:p>
      </dgm:t>
    </dgm:pt>
    <dgm:pt modelId="{08AA3799-26B8-43C2-8609-4E22D12259DA}" type="sibTrans" cxnId="{9F6C971B-B97E-44FF-9F36-8AFA4E39A58F}">
      <dgm:prSet/>
      <dgm:spPr/>
      <dgm:t>
        <a:bodyPr/>
        <a:lstStyle/>
        <a:p>
          <a:endParaRPr lang="en-US"/>
        </a:p>
      </dgm:t>
    </dgm:pt>
    <dgm:pt modelId="{78EB6AE6-932B-4538-BA9C-E47C7E953D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Using atoms of amino acids</a:t>
          </a:r>
        </a:p>
      </dgm:t>
    </dgm:pt>
    <dgm:pt modelId="{D4365A6F-69BF-470B-A783-A887A5AF7CEC}" type="parTrans" cxnId="{6329CCB2-E804-4BA0-B471-DD3CA9B286CB}">
      <dgm:prSet/>
      <dgm:spPr/>
      <dgm:t>
        <a:bodyPr/>
        <a:lstStyle/>
        <a:p>
          <a:endParaRPr lang="en-GB"/>
        </a:p>
      </dgm:t>
    </dgm:pt>
    <dgm:pt modelId="{3F4BA944-27F8-44ED-B993-B8CE416FC1D5}" type="sibTrans" cxnId="{6329CCB2-E804-4BA0-B471-DD3CA9B286CB}">
      <dgm:prSet/>
      <dgm:spPr/>
      <dgm:t>
        <a:bodyPr/>
        <a:lstStyle/>
        <a:p>
          <a:endParaRPr lang="en-GB"/>
        </a:p>
      </dgm:t>
    </dgm:pt>
    <dgm:pt modelId="{09795D11-1C7C-4E94-A1D5-75D3BBBBDD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 long chain of atoms</a:t>
          </a:r>
        </a:p>
      </dgm:t>
    </dgm:pt>
    <dgm:pt modelId="{4C614803-7DCD-46C4-A6D7-D61840F20D8D}" type="parTrans" cxnId="{82E31B3E-2D82-4A91-AF4B-2D3E62E1E3A8}">
      <dgm:prSet/>
      <dgm:spPr/>
      <dgm:t>
        <a:bodyPr/>
        <a:lstStyle/>
        <a:p>
          <a:endParaRPr lang="en-GB"/>
        </a:p>
      </dgm:t>
    </dgm:pt>
    <dgm:pt modelId="{4E906D61-3047-4E4A-8B97-9122B93101E9}" type="sibTrans" cxnId="{82E31B3E-2D82-4A91-AF4B-2D3E62E1E3A8}">
      <dgm:prSet/>
      <dgm:spPr/>
      <dgm:t>
        <a:bodyPr/>
        <a:lstStyle/>
        <a:p>
          <a:endParaRPr lang="en-GB"/>
        </a:p>
      </dgm:t>
    </dgm:pt>
    <dgm:pt modelId="{02893A6B-3378-4EB5-8495-147D715418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Use any amino acid we want</a:t>
          </a:r>
          <a:endParaRPr lang="en-US" dirty="0"/>
        </a:p>
      </dgm:t>
    </dgm:pt>
    <dgm:pt modelId="{31F29E80-6132-40EA-9C49-5CC0ED8760B7}" type="parTrans" cxnId="{6525A55E-0F4C-4DA1-8874-CDC4B4FF1CE3}">
      <dgm:prSet/>
      <dgm:spPr/>
      <dgm:t>
        <a:bodyPr/>
        <a:lstStyle/>
        <a:p>
          <a:endParaRPr lang="en-GB"/>
        </a:p>
      </dgm:t>
    </dgm:pt>
    <dgm:pt modelId="{9B20B0A6-F611-48BA-8D75-6881C6BBF49F}" type="sibTrans" cxnId="{6525A55E-0F4C-4DA1-8874-CDC4B4FF1CE3}">
      <dgm:prSet/>
      <dgm:spPr/>
      <dgm:t>
        <a:bodyPr/>
        <a:lstStyle/>
        <a:p>
          <a:endParaRPr lang="en-GB"/>
        </a:p>
      </dgm:t>
    </dgm:pt>
    <dgm:pt modelId="{D503BD02-2325-43DE-BF48-56C7FF40385D}" type="pres">
      <dgm:prSet presAssocID="{E250DB42-01F5-4E22-9CB5-FF02A315EA56}" presName="root" presStyleCnt="0">
        <dgm:presLayoutVars>
          <dgm:dir/>
          <dgm:resizeHandles val="exact"/>
        </dgm:presLayoutVars>
      </dgm:prSet>
      <dgm:spPr/>
    </dgm:pt>
    <dgm:pt modelId="{04059B38-ECC5-4AA0-B2A0-7A6076F1BD42}" type="pres">
      <dgm:prSet presAssocID="{78EB6AE6-932B-4538-BA9C-E47C7E953DDD}" presName="compNode" presStyleCnt="0"/>
      <dgm:spPr/>
    </dgm:pt>
    <dgm:pt modelId="{E1E03B90-DEFE-4E4C-8A27-B2FE815C2F3F}" type="pres">
      <dgm:prSet presAssocID="{78EB6AE6-932B-4538-BA9C-E47C7E953D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 with solid fill"/>
        </a:ext>
      </dgm:extLst>
    </dgm:pt>
    <dgm:pt modelId="{BA3389FB-24BB-4329-9D13-0639C304669A}" type="pres">
      <dgm:prSet presAssocID="{78EB6AE6-932B-4538-BA9C-E47C7E953DDD}" presName="iconSpace" presStyleCnt="0"/>
      <dgm:spPr/>
    </dgm:pt>
    <dgm:pt modelId="{2CB2AD27-840B-4735-9BAB-E8AD1BAA5F73}" type="pres">
      <dgm:prSet presAssocID="{78EB6AE6-932B-4538-BA9C-E47C7E953DDD}" presName="parTx" presStyleLbl="revTx" presStyleIdx="0" presStyleCnt="6">
        <dgm:presLayoutVars>
          <dgm:chMax val="0"/>
          <dgm:chPref val="0"/>
        </dgm:presLayoutVars>
      </dgm:prSet>
      <dgm:spPr/>
    </dgm:pt>
    <dgm:pt modelId="{26BA4C1E-96B3-4D32-AEFF-2E49D3CA388D}" type="pres">
      <dgm:prSet presAssocID="{78EB6AE6-932B-4538-BA9C-E47C7E953DDD}" presName="txSpace" presStyleCnt="0"/>
      <dgm:spPr/>
    </dgm:pt>
    <dgm:pt modelId="{84B15745-FF8F-413F-BF36-3203FDD6B65C}" type="pres">
      <dgm:prSet presAssocID="{78EB6AE6-932B-4538-BA9C-E47C7E953DDD}" presName="desTx" presStyleLbl="revTx" presStyleIdx="1" presStyleCnt="6">
        <dgm:presLayoutVars/>
      </dgm:prSet>
      <dgm:spPr/>
    </dgm:pt>
    <dgm:pt modelId="{A39F4C0D-E5D1-4596-B251-4180BF973F0E}" type="pres">
      <dgm:prSet presAssocID="{3F4BA944-27F8-44ED-B993-B8CE416FC1D5}" presName="sibTrans" presStyleCnt="0"/>
      <dgm:spPr/>
    </dgm:pt>
    <dgm:pt modelId="{72E65E3E-3394-4CEF-8A1B-4C7F7EAE19EA}" type="pres">
      <dgm:prSet presAssocID="{02893A6B-3378-4EB5-8495-147D7154189B}" presName="compNode" presStyleCnt="0"/>
      <dgm:spPr/>
    </dgm:pt>
    <dgm:pt modelId="{5B1A424D-0126-4E88-8B46-4271D31A9171}" type="pres">
      <dgm:prSet presAssocID="{02893A6B-3378-4EB5-8495-147D715418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leted with solid fill"/>
        </a:ext>
      </dgm:extLst>
    </dgm:pt>
    <dgm:pt modelId="{4B9EC45D-6D48-4AA3-8D16-BBB510340AFE}" type="pres">
      <dgm:prSet presAssocID="{02893A6B-3378-4EB5-8495-147D7154189B}" presName="iconSpace" presStyleCnt="0"/>
      <dgm:spPr/>
    </dgm:pt>
    <dgm:pt modelId="{1EC3E613-14D4-4AC4-9F55-F007F4FF342C}" type="pres">
      <dgm:prSet presAssocID="{02893A6B-3378-4EB5-8495-147D7154189B}" presName="parTx" presStyleLbl="revTx" presStyleIdx="2" presStyleCnt="6">
        <dgm:presLayoutVars>
          <dgm:chMax val="0"/>
          <dgm:chPref val="0"/>
        </dgm:presLayoutVars>
      </dgm:prSet>
      <dgm:spPr/>
    </dgm:pt>
    <dgm:pt modelId="{9B9342E3-ADDD-40AE-8CDA-716ED074A1DD}" type="pres">
      <dgm:prSet presAssocID="{02893A6B-3378-4EB5-8495-147D7154189B}" presName="txSpace" presStyleCnt="0"/>
      <dgm:spPr/>
    </dgm:pt>
    <dgm:pt modelId="{40CD4CF3-CD80-41BE-AEEC-375737101926}" type="pres">
      <dgm:prSet presAssocID="{02893A6B-3378-4EB5-8495-147D7154189B}" presName="desTx" presStyleLbl="revTx" presStyleIdx="3" presStyleCnt="6">
        <dgm:presLayoutVars/>
      </dgm:prSet>
      <dgm:spPr/>
    </dgm:pt>
    <dgm:pt modelId="{C557EDC3-2BC6-4D9F-9C35-691716422756}" type="pres">
      <dgm:prSet presAssocID="{9B20B0A6-F611-48BA-8D75-6881C6BBF49F}" presName="sibTrans" presStyleCnt="0"/>
      <dgm:spPr/>
    </dgm:pt>
    <dgm:pt modelId="{240B95EE-1F3F-4D45-B86A-EC5F9C479589}" type="pres">
      <dgm:prSet presAssocID="{FFE95A8B-1E73-4357-8F35-C72F1708CC83}" presName="compNode" presStyleCnt="0"/>
      <dgm:spPr/>
    </dgm:pt>
    <dgm:pt modelId="{1DA4713D-505B-439C-8008-882816A1C946}" type="pres">
      <dgm:prSet presAssocID="{FFE95A8B-1E73-4357-8F35-C72F1708CC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 with solid fill"/>
        </a:ext>
      </dgm:extLst>
    </dgm:pt>
    <dgm:pt modelId="{FB9D2703-2E2B-41C9-83E6-882446CAEAAB}" type="pres">
      <dgm:prSet presAssocID="{FFE95A8B-1E73-4357-8F35-C72F1708CC83}" presName="iconSpace" presStyleCnt="0"/>
      <dgm:spPr/>
    </dgm:pt>
    <dgm:pt modelId="{38435B0A-3970-407F-8AA4-88C57B25A563}" type="pres">
      <dgm:prSet presAssocID="{FFE95A8B-1E73-4357-8F35-C72F1708CC83}" presName="parTx" presStyleLbl="revTx" presStyleIdx="4" presStyleCnt="6">
        <dgm:presLayoutVars>
          <dgm:chMax val="0"/>
          <dgm:chPref val="0"/>
        </dgm:presLayoutVars>
      </dgm:prSet>
      <dgm:spPr/>
    </dgm:pt>
    <dgm:pt modelId="{81EF0DBE-552C-4C85-9FC7-2C5D115385C2}" type="pres">
      <dgm:prSet presAssocID="{FFE95A8B-1E73-4357-8F35-C72F1708CC83}" presName="txSpace" presStyleCnt="0"/>
      <dgm:spPr/>
    </dgm:pt>
    <dgm:pt modelId="{30F6623A-BCD9-4F4E-A519-7C2F57B5BE0D}" type="pres">
      <dgm:prSet presAssocID="{FFE95A8B-1E73-4357-8F35-C72F1708CC83}" presName="desTx" presStyleLbl="revTx" presStyleIdx="5" presStyleCnt="6">
        <dgm:presLayoutVars/>
      </dgm:prSet>
      <dgm:spPr/>
    </dgm:pt>
  </dgm:ptLst>
  <dgm:cxnLst>
    <dgm:cxn modelId="{66F18307-13FD-4298-AE85-34A3FF180543}" type="presOf" srcId="{3B305CE9-2A6E-4C09-A98B-9AAB841614AF}" destId="{40CD4CF3-CD80-41BE-AEEC-375737101926}" srcOrd="0" destOrd="0" presId="urn:microsoft.com/office/officeart/2018/5/layout/CenteredIconLabelDescriptionList"/>
    <dgm:cxn modelId="{9F6C971B-B97E-44FF-9F36-8AFA4E39A58F}" srcId="{FFE95A8B-1E73-4357-8F35-C72F1708CC83}" destId="{81E9EEEB-457B-4716-B188-E6EA51328300}" srcOrd="0" destOrd="0" parTransId="{F3FD173B-5CB9-4D49-9DB7-08E6C7EA0A17}" sibTransId="{08AA3799-26B8-43C2-8609-4E22D12259DA}"/>
    <dgm:cxn modelId="{82E31B3E-2D82-4A91-AF4B-2D3E62E1E3A8}" srcId="{78EB6AE6-932B-4538-BA9C-E47C7E953DDD}" destId="{09795D11-1C7C-4E94-A1D5-75D3BBBBDD6F}" srcOrd="0" destOrd="0" parTransId="{4C614803-7DCD-46C4-A6D7-D61840F20D8D}" sibTransId="{4E906D61-3047-4E4A-8B97-9122B93101E9}"/>
    <dgm:cxn modelId="{6525A55E-0F4C-4DA1-8874-CDC4B4FF1CE3}" srcId="{E250DB42-01F5-4E22-9CB5-FF02A315EA56}" destId="{02893A6B-3378-4EB5-8495-147D7154189B}" srcOrd="1" destOrd="0" parTransId="{31F29E80-6132-40EA-9C49-5CC0ED8760B7}" sibTransId="{9B20B0A6-F611-48BA-8D75-6881C6BBF49F}"/>
    <dgm:cxn modelId="{99D02D69-A44E-4023-8357-B663C29F427D}" type="presOf" srcId="{09795D11-1C7C-4E94-A1D5-75D3BBBBDD6F}" destId="{84B15745-FF8F-413F-BF36-3203FDD6B65C}" srcOrd="0" destOrd="0" presId="urn:microsoft.com/office/officeart/2018/5/layout/CenteredIconLabelDescriptionList"/>
    <dgm:cxn modelId="{D92EB584-57CB-448A-939D-2894F00BA909}" srcId="{E250DB42-01F5-4E22-9CB5-FF02A315EA56}" destId="{FFE95A8B-1E73-4357-8F35-C72F1708CC83}" srcOrd="2" destOrd="0" parTransId="{FE821EEB-1F9A-483A-96C4-25EC599D934B}" sibTransId="{3A754E97-23B1-4BD3-A0D3-E3F5F41CDBD7}"/>
    <dgm:cxn modelId="{776C9F8A-CB03-4C86-AE76-E4014F9FC05F}" srcId="{02893A6B-3378-4EB5-8495-147D7154189B}" destId="{3B305CE9-2A6E-4C09-A98B-9AAB841614AF}" srcOrd="0" destOrd="0" parTransId="{638E38CF-3391-4BD6-97DE-B08BB0BB550C}" sibTransId="{015FD5B6-785A-4F13-87FA-AE8437416351}"/>
    <dgm:cxn modelId="{0C44B9A6-5B27-46CF-A53A-B6EE9181BE66}" type="presOf" srcId="{FFE95A8B-1E73-4357-8F35-C72F1708CC83}" destId="{38435B0A-3970-407F-8AA4-88C57B25A563}" srcOrd="0" destOrd="0" presId="urn:microsoft.com/office/officeart/2018/5/layout/CenteredIconLabelDescriptionList"/>
    <dgm:cxn modelId="{6329CCB2-E804-4BA0-B471-DD3CA9B286CB}" srcId="{E250DB42-01F5-4E22-9CB5-FF02A315EA56}" destId="{78EB6AE6-932B-4538-BA9C-E47C7E953DDD}" srcOrd="0" destOrd="0" parTransId="{D4365A6F-69BF-470B-A783-A887A5AF7CEC}" sibTransId="{3F4BA944-27F8-44ED-B993-B8CE416FC1D5}"/>
    <dgm:cxn modelId="{6807F5C1-2D10-48B8-9B88-8E0D21D81C98}" type="presOf" srcId="{81E9EEEB-457B-4716-B188-E6EA51328300}" destId="{30F6623A-BCD9-4F4E-A519-7C2F57B5BE0D}" srcOrd="0" destOrd="0" presId="urn:microsoft.com/office/officeart/2018/5/layout/CenteredIconLabelDescriptionList"/>
    <dgm:cxn modelId="{04F318C4-6FB8-4B1A-9279-6C995B468EC4}" type="presOf" srcId="{E250DB42-01F5-4E22-9CB5-FF02A315EA56}" destId="{D503BD02-2325-43DE-BF48-56C7FF40385D}" srcOrd="0" destOrd="0" presId="urn:microsoft.com/office/officeart/2018/5/layout/CenteredIconLabelDescriptionList"/>
    <dgm:cxn modelId="{172532F0-F049-45F3-9100-C81CCF65D0AA}" type="presOf" srcId="{02893A6B-3378-4EB5-8495-147D7154189B}" destId="{1EC3E613-14D4-4AC4-9F55-F007F4FF342C}" srcOrd="0" destOrd="0" presId="urn:microsoft.com/office/officeart/2018/5/layout/CenteredIconLabelDescriptionList"/>
    <dgm:cxn modelId="{634846FA-AF43-4340-809B-6A6225ED2E01}" type="presOf" srcId="{78EB6AE6-932B-4538-BA9C-E47C7E953DDD}" destId="{2CB2AD27-840B-4735-9BAB-E8AD1BAA5F73}" srcOrd="0" destOrd="0" presId="urn:microsoft.com/office/officeart/2018/5/layout/CenteredIconLabelDescriptionList"/>
    <dgm:cxn modelId="{15782E96-1931-459F-B84D-6203263BDE84}" type="presParOf" srcId="{D503BD02-2325-43DE-BF48-56C7FF40385D}" destId="{04059B38-ECC5-4AA0-B2A0-7A6076F1BD42}" srcOrd="0" destOrd="0" presId="urn:microsoft.com/office/officeart/2018/5/layout/CenteredIconLabelDescriptionList"/>
    <dgm:cxn modelId="{01713BFF-2471-41C1-ACB7-A4DE18B042EE}" type="presParOf" srcId="{04059B38-ECC5-4AA0-B2A0-7A6076F1BD42}" destId="{E1E03B90-DEFE-4E4C-8A27-B2FE815C2F3F}" srcOrd="0" destOrd="0" presId="urn:microsoft.com/office/officeart/2018/5/layout/CenteredIconLabelDescriptionList"/>
    <dgm:cxn modelId="{A7406C4C-0532-435A-AC71-F7400219DD57}" type="presParOf" srcId="{04059B38-ECC5-4AA0-B2A0-7A6076F1BD42}" destId="{BA3389FB-24BB-4329-9D13-0639C304669A}" srcOrd="1" destOrd="0" presId="urn:microsoft.com/office/officeart/2018/5/layout/CenteredIconLabelDescriptionList"/>
    <dgm:cxn modelId="{42EDACC8-19DD-4E45-996F-62ABB6699122}" type="presParOf" srcId="{04059B38-ECC5-4AA0-B2A0-7A6076F1BD42}" destId="{2CB2AD27-840B-4735-9BAB-E8AD1BAA5F73}" srcOrd="2" destOrd="0" presId="urn:microsoft.com/office/officeart/2018/5/layout/CenteredIconLabelDescriptionList"/>
    <dgm:cxn modelId="{28B95FBA-098D-4800-8665-1215F94052D8}" type="presParOf" srcId="{04059B38-ECC5-4AA0-B2A0-7A6076F1BD42}" destId="{26BA4C1E-96B3-4D32-AEFF-2E49D3CA388D}" srcOrd="3" destOrd="0" presId="urn:microsoft.com/office/officeart/2018/5/layout/CenteredIconLabelDescriptionList"/>
    <dgm:cxn modelId="{0AE8DA2D-F54C-4958-90A8-DC8D8BD810C1}" type="presParOf" srcId="{04059B38-ECC5-4AA0-B2A0-7A6076F1BD42}" destId="{84B15745-FF8F-413F-BF36-3203FDD6B65C}" srcOrd="4" destOrd="0" presId="urn:microsoft.com/office/officeart/2018/5/layout/CenteredIconLabelDescriptionList"/>
    <dgm:cxn modelId="{E4C98DDD-5D5B-4B9B-B947-68BCF4874335}" type="presParOf" srcId="{D503BD02-2325-43DE-BF48-56C7FF40385D}" destId="{A39F4C0D-E5D1-4596-B251-4180BF973F0E}" srcOrd="1" destOrd="0" presId="urn:microsoft.com/office/officeart/2018/5/layout/CenteredIconLabelDescriptionList"/>
    <dgm:cxn modelId="{1BFEC67B-DE6A-4DBB-9DA5-B8FC990E885F}" type="presParOf" srcId="{D503BD02-2325-43DE-BF48-56C7FF40385D}" destId="{72E65E3E-3394-4CEF-8A1B-4C7F7EAE19EA}" srcOrd="2" destOrd="0" presId="urn:microsoft.com/office/officeart/2018/5/layout/CenteredIconLabelDescriptionList"/>
    <dgm:cxn modelId="{5CCEBA68-C403-4788-9E78-6A7B7C01DF61}" type="presParOf" srcId="{72E65E3E-3394-4CEF-8A1B-4C7F7EAE19EA}" destId="{5B1A424D-0126-4E88-8B46-4271D31A9171}" srcOrd="0" destOrd="0" presId="urn:microsoft.com/office/officeart/2018/5/layout/CenteredIconLabelDescriptionList"/>
    <dgm:cxn modelId="{288A7084-15AD-4154-AD96-B924672501B3}" type="presParOf" srcId="{72E65E3E-3394-4CEF-8A1B-4C7F7EAE19EA}" destId="{4B9EC45D-6D48-4AA3-8D16-BBB510340AFE}" srcOrd="1" destOrd="0" presId="urn:microsoft.com/office/officeart/2018/5/layout/CenteredIconLabelDescriptionList"/>
    <dgm:cxn modelId="{A178244C-822B-42AD-A367-8F6FD4B710D4}" type="presParOf" srcId="{72E65E3E-3394-4CEF-8A1B-4C7F7EAE19EA}" destId="{1EC3E613-14D4-4AC4-9F55-F007F4FF342C}" srcOrd="2" destOrd="0" presId="urn:microsoft.com/office/officeart/2018/5/layout/CenteredIconLabelDescriptionList"/>
    <dgm:cxn modelId="{F5C3EB68-2BF0-4FFF-A640-ED37B33551C7}" type="presParOf" srcId="{72E65E3E-3394-4CEF-8A1B-4C7F7EAE19EA}" destId="{9B9342E3-ADDD-40AE-8CDA-716ED074A1DD}" srcOrd="3" destOrd="0" presId="urn:microsoft.com/office/officeart/2018/5/layout/CenteredIconLabelDescriptionList"/>
    <dgm:cxn modelId="{AB1361FD-6E6B-44D7-BE32-D1A191A7660C}" type="presParOf" srcId="{72E65E3E-3394-4CEF-8A1B-4C7F7EAE19EA}" destId="{40CD4CF3-CD80-41BE-AEEC-375737101926}" srcOrd="4" destOrd="0" presId="urn:microsoft.com/office/officeart/2018/5/layout/CenteredIconLabelDescriptionList"/>
    <dgm:cxn modelId="{57F6BFE0-32E5-4E2E-B2BE-B5A8A43924EC}" type="presParOf" srcId="{D503BD02-2325-43DE-BF48-56C7FF40385D}" destId="{C557EDC3-2BC6-4D9F-9C35-691716422756}" srcOrd="3" destOrd="0" presId="urn:microsoft.com/office/officeart/2018/5/layout/CenteredIconLabelDescriptionList"/>
    <dgm:cxn modelId="{D741176C-A8A5-4798-B0FA-E823556B6FB3}" type="presParOf" srcId="{D503BD02-2325-43DE-BF48-56C7FF40385D}" destId="{240B95EE-1F3F-4D45-B86A-EC5F9C479589}" srcOrd="4" destOrd="0" presId="urn:microsoft.com/office/officeart/2018/5/layout/CenteredIconLabelDescriptionList"/>
    <dgm:cxn modelId="{51B65978-EF61-4DC3-A827-E26EF1CBDF45}" type="presParOf" srcId="{240B95EE-1F3F-4D45-B86A-EC5F9C479589}" destId="{1DA4713D-505B-439C-8008-882816A1C946}" srcOrd="0" destOrd="0" presId="urn:microsoft.com/office/officeart/2018/5/layout/CenteredIconLabelDescriptionList"/>
    <dgm:cxn modelId="{A1E3C0FC-2E24-4F31-959A-ED6871287E8D}" type="presParOf" srcId="{240B95EE-1F3F-4D45-B86A-EC5F9C479589}" destId="{FB9D2703-2E2B-41C9-83E6-882446CAEAAB}" srcOrd="1" destOrd="0" presId="urn:microsoft.com/office/officeart/2018/5/layout/CenteredIconLabelDescriptionList"/>
    <dgm:cxn modelId="{81EFF5BE-BF04-41F0-B7C9-2A85F7415774}" type="presParOf" srcId="{240B95EE-1F3F-4D45-B86A-EC5F9C479589}" destId="{38435B0A-3970-407F-8AA4-88C57B25A563}" srcOrd="2" destOrd="0" presId="urn:microsoft.com/office/officeart/2018/5/layout/CenteredIconLabelDescriptionList"/>
    <dgm:cxn modelId="{9D50D123-3BC2-47C2-B6A9-13499004C806}" type="presParOf" srcId="{240B95EE-1F3F-4D45-B86A-EC5F9C479589}" destId="{81EF0DBE-552C-4C85-9FC7-2C5D115385C2}" srcOrd="3" destOrd="0" presId="urn:microsoft.com/office/officeart/2018/5/layout/CenteredIconLabelDescriptionList"/>
    <dgm:cxn modelId="{F0DCEEBF-619C-40A4-9F14-14B513F6369B}" type="presParOf" srcId="{240B95EE-1F3F-4D45-B86A-EC5F9C479589}" destId="{30F6623A-BCD9-4F4E-A519-7C2F57B5BE0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2D04BD-BC94-4B9B-83F5-322D309DB6A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6EA01D86-7E03-41DF-B0B8-55409F7FB278}">
          <dgm:prSet phldrT="[Text]" custT="1"/>
          <dgm:spPr/>
          <dgm:t>
            <a:bodyPr/>
            <a:lstStyle/>
            <a:p>
              <a:r>
                <a:rPr lang="en-GB" sz="1800" dirty="0"/>
                <a:t>Forward pass takes </a:t>
              </a:r>
              <a14:m>
                <m:oMath xmlns:m="http://schemas.openxmlformats.org/officeDocument/2006/math">
                  <m:r>
                    <a:rPr lang="nl-NL" sz="1800" b="0" i="1" smtClean="0">
                      <a:latin typeface="Cambria Math" panose="02040503050406030204" pitchFamily="18" charset="0"/>
                    </a:rPr>
                    <m:t>𝑇</m:t>
                  </m:r>
                </m:oMath>
              </a14:m>
              <a:r>
                <a:rPr lang="en-GB" sz="1800" dirty="0"/>
                <a:t> timesteps</a:t>
              </a:r>
            </a:p>
          </dgm:t>
        </dgm:pt>
      </mc:Choice>
      <mc:Fallback xmlns="">
        <dgm:pt modelId="{6EA01D86-7E03-41DF-B0B8-55409F7FB278}">
          <dgm:prSet phldrT="[Text]" custT="1"/>
          <dgm:spPr/>
          <dgm:t>
            <a:bodyPr/>
            <a:lstStyle/>
            <a:p>
              <a:r>
                <a:rPr lang="en-GB" sz="1800" dirty="0"/>
                <a:t>Forward pass takes </a:t>
              </a:r>
              <a:r>
                <a:rPr lang="nl-NL" sz="1800" b="0" i="0">
                  <a:latin typeface="Cambria Math" panose="02040503050406030204" pitchFamily="18" charset="0"/>
                </a:rPr>
                <a:t>𝑇</a:t>
              </a:r>
              <a:r>
                <a:rPr lang="en-GB" sz="1800" dirty="0"/>
                <a:t> timesteps</a:t>
              </a:r>
            </a:p>
          </dgm:t>
        </dgm:pt>
      </mc:Fallback>
    </mc:AlternateContent>
    <dgm:pt modelId="{17E60F40-6E33-45CC-BF87-9A8A62026CAB}" type="parTrans" cxnId="{744B9839-F49A-46C2-A28F-A51ADE9A7E25}">
      <dgm:prSet/>
      <dgm:spPr/>
      <dgm:t>
        <a:bodyPr/>
        <a:lstStyle/>
        <a:p>
          <a:endParaRPr lang="en-GB"/>
        </a:p>
      </dgm:t>
    </dgm:pt>
    <dgm:pt modelId="{CB515FA5-BA55-4095-834F-83CE697C2EB6}" type="sibTrans" cxnId="{744B9839-F49A-46C2-A28F-A51ADE9A7E25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C884ABF6-CDA2-4C90-8FC9-F7C7C197F9E0}">
          <dgm:prSet phldrT="[Text]" custT="1"/>
          <dgm:spPr/>
          <dgm:t>
            <a:bodyPr/>
            <a:lstStyle/>
            <a:p>
              <a:r>
                <a:rPr lang="en-GB" sz="1800" dirty="0"/>
                <a:t>Backward pass uses neural network </a:t>
              </a:r>
              <a14:m>
                <m:oMath xmlns:m="http://schemas.openxmlformats.org/officeDocument/2006/math">
                  <m:d>
                    <m:dPr>
                      <m:ctrlPr>
                        <a:rPr lang="nl-NL" sz="1800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nl-NL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</m:e>
                  </m:d>
                </m:oMath>
              </a14:m>
              <a:endParaRPr lang="en-GB" sz="1800" dirty="0"/>
            </a:p>
          </dgm:t>
        </dgm:pt>
      </mc:Choice>
      <mc:Fallback xmlns="">
        <dgm:pt modelId="{C884ABF6-CDA2-4C90-8FC9-F7C7C197F9E0}">
          <dgm:prSet phldrT="[Text]" custT="1"/>
          <dgm:spPr/>
          <dgm:t>
            <a:bodyPr/>
            <a:lstStyle/>
            <a:p>
              <a:r>
                <a:rPr lang="en-GB" sz="1800" dirty="0"/>
                <a:t>Backward pass uses neural network </a:t>
              </a:r>
              <a:r>
                <a:rPr lang="nl-NL" sz="1800" b="0" i="0">
                  <a:latin typeface="Cambria Math" panose="02040503050406030204" pitchFamily="18" charset="0"/>
                </a:rPr>
                <a:t>(𝜃)</a:t>
              </a:r>
              <a:endParaRPr lang="en-GB" sz="1800" dirty="0"/>
            </a:p>
          </dgm:t>
        </dgm:pt>
      </mc:Fallback>
    </mc:AlternateContent>
    <dgm:pt modelId="{0B468655-37B5-496A-A136-8697F565C215}" type="parTrans" cxnId="{75AB538D-9262-4598-A08E-43E1C150812A}">
      <dgm:prSet/>
      <dgm:spPr/>
      <dgm:t>
        <a:bodyPr/>
        <a:lstStyle/>
        <a:p>
          <a:endParaRPr lang="en-GB"/>
        </a:p>
      </dgm:t>
    </dgm:pt>
    <dgm:pt modelId="{C3ABE9F8-9995-444B-AAD0-9EB580F2B22A}" type="sibTrans" cxnId="{75AB538D-9262-4598-A08E-43E1C150812A}">
      <dgm:prSet/>
      <dgm:spPr/>
      <dgm:t>
        <a:bodyPr/>
        <a:lstStyle/>
        <a:p>
          <a:endParaRPr lang="en-GB"/>
        </a:p>
      </dgm:t>
    </dgm:pt>
    <dgm:pt modelId="{BBF9B44A-7C94-4DEC-A282-2D433933B0F1}">
      <dgm:prSet phldrT="[Text]" custT="1"/>
      <dgm:spPr/>
      <dgm:t>
        <a:bodyPr/>
        <a:lstStyle/>
        <a:p>
          <a:r>
            <a:rPr lang="en-GB" sz="1800" dirty="0"/>
            <a:t>Markovian process</a:t>
          </a:r>
        </a:p>
      </dgm:t>
    </dgm:pt>
    <dgm:pt modelId="{14A0DF39-AB78-4459-973B-B50D05CDC34C}" type="parTrans" cxnId="{A436778C-D97C-46AD-BB56-FD5A19E687CF}">
      <dgm:prSet/>
      <dgm:spPr/>
      <dgm:t>
        <a:bodyPr/>
        <a:lstStyle/>
        <a:p>
          <a:endParaRPr lang="en-GB"/>
        </a:p>
      </dgm:t>
    </dgm:pt>
    <dgm:pt modelId="{D59F7D9F-0916-4FA9-A41D-E4EC0D812E9C}" type="sibTrans" cxnId="{A436778C-D97C-46AD-BB56-FD5A19E687CF}">
      <dgm:prSet/>
      <dgm:spPr/>
      <dgm:t>
        <a:bodyPr/>
        <a:lstStyle/>
        <a:p>
          <a:endParaRPr lang="en-GB"/>
        </a:p>
      </dgm:t>
    </dgm:pt>
    <dgm:pt modelId="{7958DAE4-A6C0-4762-BB57-8CCE3A437C1E}" type="pres">
      <dgm:prSet presAssocID="{E72D04BD-BC94-4B9B-83F5-322D309DB6A1}" presName="linearFlow" presStyleCnt="0">
        <dgm:presLayoutVars>
          <dgm:dir/>
          <dgm:resizeHandles val="exact"/>
        </dgm:presLayoutVars>
      </dgm:prSet>
      <dgm:spPr/>
    </dgm:pt>
    <dgm:pt modelId="{6DC7A655-5045-49BE-9701-E7C120DA1792}" type="pres">
      <dgm:prSet presAssocID="{BBF9B44A-7C94-4DEC-A282-2D433933B0F1}" presName="composite" presStyleCnt="0"/>
      <dgm:spPr/>
    </dgm:pt>
    <dgm:pt modelId="{DB5CBA1C-0B69-443C-B050-A691F25B4FDB}" type="pres">
      <dgm:prSet presAssocID="{BBF9B44A-7C94-4DEC-A282-2D433933B0F1}" presName="imgShp" presStyleLbl="fgImgPlace1" presStyleIdx="0" presStyleCnt="3"/>
      <dgm:spPr>
        <a:solidFill>
          <a:srgbClr val="B4C7E7"/>
        </a:solidFill>
      </dgm:spPr>
    </dgm:pt>
    <dgm:pt modelId="{364D3A10-84F5-47B9-8939-B37AC63E11BE}" type="pres">
      <dgm:prSet presAssocID="{BBF9B44A-7C94-4DEC-A282-2D433933B0F1}" presName="txShp" presStyleLbl="node1" presStyleIdx="0" presStyleCnt="3">
        <dgm:presLayoutVars>
          <dgm:bulletEnabled val="1"/>
        </dgm:presLayoutVars>
      </dgm:prSet>
      <dgm:spPr/>
    </dgm:pt>
    <dgm:pt modelId="{C74605B2-AF67-4587-885D-EF9F558D8209}" type="pres">
      <dgm:prSet presAssocID="{D59F7D9F-0916-4FA9-A41D-E4EC0D812E9C}" presName="spacing" presStyleCnt="0"/>
      <dgm:spPr/>
    </dgm:pt>
    <dgm:pt modelId="{8AC911CD-5D98-42F2-A830-83996DA6FF10}" type="pres">
      <dgm:prSet presAssocID="{6EA01D86-7E03-41DF-B0B8-55409F7FB278}" presName="composite" presStyleCnt="0"/>
      <dgm:spPr/>
    </dgm:pt>
    <dgm:pt modelId="{F2EE28D0-FF42-49E9-B400-27574E4EB85B}" type="pres">
      <dgm:prSet presAssocID="{6EA01D86-7E03-41DF-B0B8-55409F7FB278}" presName="imgShp" presStyleLbl="fgImgPlace1" presStyleIdx="1" presStyleCnt="3"/>
      <dgm:spPr>
        <a:solidFill>
          <a:schemeClr val="accent1">
            <a:lumMod val="40000"/>
            <a:lumOff val="60000"/>
          </a:schemeClr>
        </a:solidFill>
      </dgm:spPr>
      <dgm:extLst>
        <a:ext uri="{E40237B7-FDA0-4F09-8148-C483321AD2D9}">
          <dgm14:cNvPr xmlns:dgm14="http://schemas.microsoft.com/office/drawing/2010/diagram" id="0" name="" descr="Arrow Right with solid fill"/>
        </a:ext>
      </dgm:extLst>
    </dgm:pt>
    <dgm:pt modelId="{7F5FFA3C-6B49-4170-BBD1-246F83A51EE0}" type="pres">
      <dgm:prSet presAssocID="{6EA01D86-7E03-41DF-B0B8-55409F7FB278}" presName="txShp" presStyleLbl="node1" presStyleIdx="1" presStyleCnt="3">
        <dgm:presLayoutVars>
          <dgm:bulletEnabled val="1"/>
        </dgm:presLayoutVars>
      </dgm:prSet>
      <dgm:spPr/>
    </dgm:pt>
    <dgm:pt modelId="{9049A93F-F44B-499F-B448-F9CCC107D8C1}" type="pres">
      <dgm:prSet presAssocID="{CB515FA5-BA55-4095-834F-83CE697C2EB6}" presName="spacing" presStyleCnt="0"/>
      <dgm:spPr/>
    </dgm:pt>
    <dgm:pt modelId="{33E7F637-F45F-49F3-9549-FB634AEC66E7}" type="pres">
      <dgm:prSet presAssocID="{C884ABF6-CDA2-4C90-8FC9-F7C7C197F9E0}" presName="composite" presStyleCnt="0"/>
      <dgm:spPr/>
    </dgm:pt>
    <dgm:pt modelId="{D8C0C416-70BD-41E6-93B7-527320D15715}" type="pres">
      <dgm:prSet presAssocID="{C884ABF6-CDA2-4C90-8FC9-F7C7C197F9E0}" presName="imgShp" presStyleLbl="fgImgPlace1" presStyleIdx="2" presStyleCnt="3"/>
      <dgm:spPr>
        <a:solidFill>
          <a:srgbClr val="B4C7E7"/>
        </a:solidFill>
      </dgm:spPr>
    </dgm:pt>
    <dgm:pt modelId="{0CE86F41-C96E-4B0C-977D-6EDA716093F9}" type="pres">
      <dgm:prSet presAssocID="{C884ABF6-CDA2-4C90-8FC9-F7C7C197F9E0}" presName="txShp" presStyleLbl="node1" presStyleIdx="2" presStyleCnt="3">
        <dgm:presLayoutVars>
          <dgm:bulletEnabled val="1"/>
        </dgm:presLayoutVars>
      </dgm:prSet>
      <dgm:spPr/>
    </dgm:pt>
  </dgm:ptLst>
  <dgm:cxnLst>
    <dgm:cxn modelId="{9C9F2F02-E20C-4D07-89E3-19DAE8D7FA5A}" type="presOf" srcId="{C884ABF6-CDA2-4C90-8FC9-F7C7C197F9E0}" destId="{0CE86F41-C96E-4B0C-977D-6EDA716093F9}" srcOrd="0" destOrd="0" presId="urn:microsoft.com/office/officeart/2005/8/layout/vList3"/>
    <dgm:cxn modelId="{744B9839-F49A-46C2-A28F-A51ADE9A7E25}" srcId="{E72D04BD-BC94-4B9B-83F5-322D309DB6A1}" destId="{6EA01D86-7E03-41DF-B0B8-55409F7FB278}" srcOrd="1" destOrd="0" parTransId="{17E60F40-6E33-45CC-BF87-9A8A62026CAB}" sibTransId="{CB515FA5-BA55-4095-834F-83CE697C2EB6}"/>
    <dgm:cxn modelId="{08B4C67A-79C8-49BA-B389-53A20B5B4879}" type="presOf" srcId="{E72D04BD-BC94-4B9B-83F5-322D309DB6A1}" destId="{7958DAE4-A6C0-4762-BB57-8CCE3A437C1E}" srcOrd="0" destOrd="0" presId="urn:microsoft.com/office/officeart/2005/8/layout/vList3"/>
    <dgm:cxn modelId="{A436778C-D97C-46AD-BB56-FD5A19E687CF}" srcId="{E72D04BD-BC94-4B9B-83F5-322D309DB6A1}" destId="{BBF9B44A-7C94-4DEC-A282-2D433933B0F1}" srcOrd="0" destOrd="0" parTransId="{14A0DF39-AB78-4459-973B-B50D05CDC34C}" sibTransId="{D59F7D9F-0916-4FA9-A41D-E4EC0D812E9C}"/>
    <dgm:cxn modelId="{75AB538D-9262-4598-A08E-43E1C150812A}" srcId="{E72D04BD-BC94-4B9B-83F5-322D309DB6A1}" destId="{C884ABF6-CDA2-4C90-8FC9-F7C7C197F9E0}" srcOrd="2" destOrd="0" parTransId="{0B468655-37B5-496A-A136-8697F565C215}" sibTransId="{C3ABE9F8-9995-444B-AAD0-9EB580F2B22A}"/>
    <dgm:cxn modelId="{51AA76D1-AF6C-4E87-9326-C6CC1FF06449}" type="presOf" srcId="{6EA01D86-7E03-41DF-B0B8-55409F7FB278}" destId="{7F5FFA3C-6B49-4170-BBD1-246F83A51EE0}" srcOrd="0" destOrd="0" presId="urn:microsoft.com/office/officeart/2005/8/layout/vList3"/>
    <dgm:cxn modelId="{9B856DE9-E157-48BD-A09B-43E5069C363B}" type="presOf" srcId="{BBF9B44A-7C94-4DEC-A282-2D433933B0F1}" destId="{364D3A10-84F5-47B9-8939-B37AC63E11BE}" srcOrd="0" destOrd="0" presId="urn:microsoft.com/office/officeart/2005/8/layout/vList3"/>
    <dgm:cxn modelId="{F1ACEF07-1877-4BF9-A83D-73C0A8627BF8}" type="presParOf" srcId="{7958DAE4-A6C0-4762-BB57-8CCE3A437C1E}" destId="{6DC7A655-5045-49BE-9701-E7C120DA1792}" srcOrd="0" destOrd="0" presId="urn:microsoft.com/office/officeart/2005/8/layout/vList3"/>
    <dgm:cxn modelId="{CAC7D384-BD88-4F18-B712-95DA355EFE41}" type="presParOf" srcId="{6DC7A655-5045-49BE-9701-E7C120DA1792}" destId="{DB5CBA1C-0B69-443C-B050-A691F25B4FDB}" srcOrd="0" destOrd="0" presId="urn:microsoft.com/office/officeart/2005/8/layout/vList3"/>
    <dgm:cxn modelId="{756DA7F9-DC3F-43EA-B25E-6ACFCCD8EE0D}" type="presParOf" srcId="{6DC7A655-5045-49BE-9701-E7C120DA1792}" destId="{364D3A10-84F5-47B9-8939-B37AC63E11BE}" srcOrd="1" destOrd="0" presId="urn:microsoft.com/office/officeart/2005/8/layout/vList3"/>
    <dgm:cxn modelId="{4068BA1C-847E-48A3-AEFB-8A408E4F82D9}" type="presParOf" srcId="{7958DAE4-A6C0-4762-BB57-8CCE3A437C1E}" destId="{C74605B2-AF67-4587-885D-EF9F558D8209}" srcOrd="1" destOrd="0" presId="urn:microsoft.com/office/officeart/2005/8/layout/vList3"/>
    <dgm:cxn modelId="{639820BB-DA91-4B44-8291-F2D58C89DC18}" type="presParOf" srcId="{7958DAE4-A6C0-4762-BB57-8CCE3A437C1E}" destId="{8AC911CD-5D98-42F2-A830-83996DA6FF10}" srcOrd="2" destOrd="0" presId="urn:microsoft.com/office/officeart/2005/8/layout/vList3"/>
    <dgm:cxn modelId="{166252A7-5E0D-4AE6-8C92-5C8AB10C1A9D}" type="presParOf" srcId="{8AC911CD-5D98-42F2-A830-83996DA6FF10}" destId="{F2EE28D0-FF42-49E9-B400-27574E4EB85B}" srcOrd="0" destOrd="0" presId="urn:microsoft.com/office/officeart/2005/8/layout/vList3"/>
    <dgm:cxn modelId="{434BBCD0-DF00-4D4E-B255-EB7036BEED56}" type="presParOf" srcId="{8AC911CD-5D98-42F2-A830-83996DA6FF10}" destId="{7F5FFA3C-6B49-4170-BBD1-246F83A51EE0}" srcOrd="1" destOrd="0" presId="urn:microsoft.com/office/officeart/2005/8/layout/vList3"/>
    <dgm:cxn modelId="{DD95C3A4-5156-4F5A-97BE-68FC0CC8C217}" type="presParOf" srcId="{7958DAE4-A6C0-4762-BB57-8CCE3A437C1E}" destId="{9049A93F-F44B-499F-B448-F9CCC107D8C1}" srcOrd="3" destOrd="0" presId="urn:microsoft.com/office/officeart/2005/8/layout/vList3"/>
    <dgm:cxn modelId="{B352193D-CC51-4DE8-A183-3493FFBB5258}" type="presParOf" srcId="{7958DAE4-A6C0-4762-BB57-8CCE3A437C1E}" destId="{33E7F637-F45F-49F3-9549-FB634AEC66E7}" srcOrd="4" destOrd="0" presId="urn:microsoft.com/office/officeart/2005/8/layout/vList3"/>
    <dgm:cxn modelId="{6C1A6572-D5EA-4726-AA96-FAE2185D55FA}" type="presParOf" srcId="{33E7F637-F45F-49F3-9549-FB634AEC66E7}" destId="{D8C0C416-70BD-41E6-93B7-527320D15715}" srcOrd="0" destOrd="0" presId="urn:microsoft.com/office/officeart/2005/8/layout/vList3"/>
    <dgm:cxn modelId="{C0C93AC0-8718-4504-95AE-EF654545D8BC}" type="presParOf" srcId="{33E7F637-F45F-49F3-9549-FB634AEC66E7}" destId="{0CE86F41-C96E-4B0C-977D-6EDA716093F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2D04BD-BC94-4B9B-83F5-322D309DB6A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EA01D86-7E03-41DF-B0B8-55409F7FB278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17E60F40-6E33-45CC-BF87-9A8A62026CAB}" type="parTrans" cxnId="{744B9839-F49A-46C2-A28F-A51ADE9A7E25}">
      <dgm:prSet/>
      <dgm:spPr/>
      <dgm:t>
        <a:bodyPr/>
        <a:lstStyle/>
        <a:p>
          <a:endParaRPr lang="en-GB"/>
        </a:p>
      </dgm:t>
    </dgm:pt>
    <dgm:pt modelId="{CB515FA5-BA55-4095-834F-83CE697C2EB6}" type="sibTrans" cxnId="{744B9839-F49A-46C2-A28F-A51ADE9A7E25}">
      <dgm:prSet/>
      <dgm:spPr/>
      <dgm:t>
        <a:bodyPr/>
        <a:lstStyle/>
        <a:p>
          <a:endParaRPr lang="en-GB"/>
        </a:p>
      </dgm:t>
    </dgm:pt>
    <dgm:pt modelId="{C884ABF6-CDA2-4C90-8FC9-F7C7C197F9E0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0B468655-37B5-496A-A136-8697F565C215}" type="parTrans" cxnId="{75AB538D-9262-4598-A08E-43E1C150812A}">
      <dgm:prSet/>
      <dgm:spPr/>
      <dgm:t>
        <a:bodyPr/>
        <a:lstStyle/>
        <a:p>
          <a:endParaRPr lang="en-GB"/>
        </a:p>
      </dgm:t>
    </dgm:pt>
    <dgm:pt modelId="{C3ABE9F8-9995-444B-AAD0-9EB580F2B22A}" type="sibTrans" cxnId="{75AB538D-9262-4598-A08E-43E1C150812A}">
      <dgm:prSet/>
      <dgm:spPr/>
      <dgm:t>
        <a:bodyPr/>
        <a:lstStyle/>
        <a:p>
          <a:endParaRPr lang="en-GB"/>
        </a:p>
      </dgm:t>
    </dgm:pt>
    <dgm:pt modelId="{BBF9B44A-7C94-4DEC-A282-2D433933B0F1}">
      <dgm:prSet phldrT="[Text]" custT="1"/>
      <dgm:spPr/>
      <dgm:t>
        <a:bodyPr/>
        <a:lstStyle/>
        <a:p>
          <a:r>
            <a:rPr lang="en-GB" sz="1800" dirty="0"/>
            <a:t>Markovian process</a:t>
          </a:r>
        </a:p>
      </dgm:t>
    </dgm:pt>
    <dgm:pt modelId="{14A0DF39-AB78-4459-973B-B50D05CDC34C}" type="parTrans" cxnId="{A436778C-D97C-46AD-BB56-FD5A19E687CF}">
      <dgm:prSet/>
      <dgm:spPr/>
      <dgm:t>
        <a:bodyPr/>
        <a:lstStyle/>
        <a:p>
          <a:endParaRPr lang="en-GB"/>
        </a:p>
      </dgm:t>
    </dgm:pt>
    <dgm:pt modelId="{D59F7D9F-0916-4FA9-A41D-E4EC0D812E9C}" type="sibTrans" cxnId="{A436778C-D97C-46AD-BB56-FD5A19E687CF}">
      <dgm:prSet/>
      <dgm:spPr/>
      <dgm:t>
        <a:bodyPr/>
        <a:lstStyle/>
        <a:p>
          <a:endParaRPr lang="en-GB"/>
        </a:p>
      </dgm:t>
    </dgm:pt>
    <dgm:pt modelId="{7958DAE4-A6C0-4762-BB57-8CCE3A437C1E}" type="pres">
      <dgm:prSet presAssocID="{E72D04BD-BC94-4B9B-83F5-322D309DB6A1}" presName="linearFlow" presStyleCnt="0">
        <dgm:presLayoutVars>
          <dgm:dir/>
          <dgm:resizeHandles val="exact"/>
        </dgm:presLayoutVars>
      </dgm:prSet>
      <dgm:spPr/>
    </dgm:pt>
    <dgm:pt modelId="{6DC7A655-5045-49BE-9701-E7C120DA1792}" type="pres">
      <dgm:prSet presAssocID="{BBF9B44A-7C94-4DEC-A282-2D433933B0F1}" presName="composite" presStyleCnt="0"/>
      <dgm:spPr/>
    </dgm:pt>
    <dgm:pt modelId="{DB5CBA1C-0B69-443C-B050-A691F25B4FDB}" type="pres">
      <dgm:prSet presAssocID="{BBF9B44A-7C94-4DEC-A282-2D433933B0F1}" presName="imgShp" presStyleLbl="fgImgPlace1" presStyleIdx="0" presStyleCnt="3"/>
      <dgm:spPr>
        <a:solidFill>
          <a:srgbClr val="B4C7E7"/>
        </a:solidFill>
      </dgm:spPr>
    </dgm:pt>
    <dgm:pt modelId="{364D3A10-84F5-47B9-8939-B37AC63E11BE}" type="pres">
      <dgm:prSet presAssocID="{BBF9B44A-7C94-4DEC-A282-2D433933B0F1}" presName="txShp" presStyleLbl="node1" presStyleIdx="0" presStyleCnt="3">
        <dgm:presLayoutVars>
          <dgm:bulletEnabled val="1"/>
        </dgm:presLayoutVars>
      </dgm:prSet>
      <dgm:spPr/>
    </dgm:pt>
    <dgm:pt modelId="{C74605B2-AF67-4587-885D-EF9F558D8209}" type="pres">
      <dgm:prSet presAssocID="{D59F7D9F-0916-4FA9-A41D-E4EC0D812E9C}" presName="spacing" presStyleCnt="0"/>
      <dgm:spPr/>
    </dgm:pt>
    <dgm:pt modelId="{8AC911CD-5D98-42F2-A830-83996DA6FF10}" type="pres">
      <dgm:prSet presAssocID="{6EA01D86-7E03-41DF-B0B8-55409F7FB278}" presName="composite" presStyleCnt="0"/>
      <dgm:spPr/>
    </dgm:pt>
    <dgm:pt modelId="{F2EE28D0-FF42-49E9-B400-27574E4EB85B}" type="pres">
      <dgm:prSet presAssocID="{6EA01D86-7E03-41DF-B0B8-55409F7FB278}" presName="imgShp" presStyleLbl="fgImgPlace1" presStyleIdx="1" presStyleCnt="3"/>
      <dgm:spPr>
        <a:solidFill>
          <a:schemeClr val="accent1">
            <a:lumMod val="40000"/>
            <a:lumOff val="60000"/>
          </a:schemeClr>
        </a:solidFill>
      </dgm:spPr>
      <dgm:extLst>
        <a:ext uri="{E40237B7-FDA0-4F09-8148-C483321AD2D9}">
          <dgm14:cNvPr xmlns:dgm14="http://schemas.microsoft.com/office/drawing/2010/diagram" id="0" name="" descr="Arrow Right with solid fill"/>
        </a:ext>
      </dgm:extLst>
    </dgm:pt>
    <dgm:pt modelId="{7F5FFA3C-6B49-4170-BBD1-246F83A51EE0}" type="pres">
      <dgm:prSet presAssocID="{6EA01D86-7E03-41DF-B0B8-55409F7FB278}" presName="txShp" presStyleLbl="node1" presStyleIdx="1" presStyleCnt="3">
        <dgm:presLayoutVars>
          <dgm:bulletEnabled val="1"/>
        </dgm:presLayoutVars>
      </dgm:prSet>
      <dgm:spPr/>
    </dgm:pt>
    <dgm:pt modelId="{9049A93F-F44B-499F-B448-F9CCC107D8C1}" type="pres">
      <dgm:prSet presAssocID="{CB515FA5-BA55-4095-834F-83CE697C2EB6}" presName="spacing" presStyleCnt="0"/>
      <dgm:spPr/>
    </dgm:pt>
    <dgm:pt modelId="{33E7F637-F45F-49F3-9549-FB634AEC66E7}" type="pres">
      <dgm:prSet presAssocID="{C884ABF6-CDA2-4C90-8FC9-F7C7C197F9E0}" presName="composite" presStyleCnt="0"/>
      <dgm:spPr/>
    </dgm:pt>
    <dgm:pt modelId="{D8C0C416-70BD-41E6-93B7-527320D15715}" type="pres">
      <dgm:prSet presAssocID="{C884ABF6-CDA2-4C90-8FC9-F7C7C197F9E0}" presName="imgShp" presStyleLbl="fgImgPlace1" presStyleIdx="2" presStyleCnt="3"/>
      <dgm:spPr>
        <a:solidFill>
          <a:srgbClr val="B4C7E7"/>
        </a:solidFill>
      </dgm:spPr>
    </dgm:pt>
    <dgm:pt modelId="{0CE86F41-C96E-4B0C-977D-6EDA716093F9}" type="pres">
      <dgm:prSet presAssocID="{C884ABF6-CDA2-4C90-8FC9-F7C7C197F9E0}" presName="txShp" presStyleLbl="node1" presStyleIdx="2" presStyleCnt="3">
        <dgm:presLayoutVars>
          <dgm:bulletEnabled val="1"/>
        </dgm:presLayoutVars>
      </dgm:prSet>
      <dgm:spPr/>
    </dgm:pt>
  </dgm:ptLst>
  <dgm:cxnLst>
    <dgm:cxn modelId="{9C9F2F02-E20C-4D07-89E3-19DAE8D7FA5A}" type="presOf" srcId="{C884ABF6-CDA2-4C90-8FC9-F7C7C197F9E0}" destId="{0CE86F41-C96E-4B0C-977D-6EDA716093F9}" srcOrd="0" destOrd="0" presId="urn:microsoft.com/office/officeart/2005/8/layout/vList3"/>
    <dgm:cxn modelId="{744B9839-F49A-46C2-A28F-A51ADE9A7E25}" srcId="{E72D04BD-BC94-4B9B-83F5-322D309DB6A1}" destId="{6EA01D86-7E03-41DF-B0B8-55409F7FB278}" srcOrd="1" destOrd="0" parTransId="{17E60F40-6E33-45CC-BF87-9A8A62026CAB}" sibTransId="{CB515FA5-BA55-4095-834F-83CE697C2EB6}"/>
    <dgm:cxn modelId="{08B4C67A-79C8-49BA-B389-53A20B5B4879}" type="presOf" srcId="{E72D04BD-BC94-4B9B-83F5-322D309DB6A1}" destId="{7958DAE4-A6C0-4762-BB57-8CCE3A437C1E}" srcOrd="0" destOrd="0" presId="urn:microsoft.com/office/officeart/2005/8/layout/vList3"/>
    <dgm:cxn modelId="{A436778C-D97C-46AD-BB56-FD5A19E687CF}" srcId="{E72D04BD-BC94-4B9B-83F5-322D309DB6A1}" destId="{BBF9B44A-7C94-4DEC-A282-2D433933B0F1}" srcOrd="0" destOrd="0" parTransId="{14A0DF39-AB78-4459-973B-B50D05CDC34C}" sibTransId="{D59F7D9F-0916-4FA9-A41D-E4EC0D812E9C}"/>
    <dgm:cxn modelId="{75AB538D-9262-4598-A08E-43E1C150812A}" srcId="{E72D04BD-BC94-4B9B-83F5-322D309DB6A1}" destId="{C884ABF6-CDA2-4C90-8FC9-F7C7C197F9E0}" srcOrd="2" destOrd="0" parTransId="{0B468655-37B5-496A-A136-8697F565C215}" sibTransId="{C3ABE9F8-9995-444B-AAD0-9EB580F2B22A}"/>
    <dgm:cxn modelId="{51AA76D1-AF6C-4E87-9326-C6CC1FF06449}" type="presOf" srcId="{6EA01D86-7E03-41DF-B0B8-55409F7FB278}" destId="{7F5FFA3C-6B49-4170-BBD1-246F83A51EE0}" srcOrd="0" destOrd="0" presId="urn:microsoft.com/office/officeart/2005/8/layout/vList3"/>
    <dgm:cxn modelId="{9B856DE9-E157-48BD-A09B-43E5069C363B}" type="presOf" srcId="{BBF9B44A-7C94-4DEC-A282-2D433933B0F1}" destId="{364D3A10-84F5-47B9-8939-B37AC63E11BE}" srcOrd="0" destOrd="0" presId="urn:microsoft.com/office/officeart/2005/8/layout/vList3"/>
    <dgm:cxn modelId="{F1ACEF07-1877-4BF9-A83D-73C0A8627BF8}" type="presParOf" srcId="{7958DAE4-A6C0-4762-BB57-8CCE3A437C1E}" destId="{6DC7A655-5045-49BE-9701-E7C120DA1792}" srcOrd="0" destOrd="0" presId="urn:microsoft.com/office/officeart/2005/8/layout/vList3"/>
    <dgm:cxn modelId="{CAC7D384-BD88-4F18-B712-95DA355EFE41}" type="presParOf" srcId="{6DC7A655-5045-49BE-9701-E7C120DA1792}" destId="{DB5CBA1C-0B69-443C-B050-A691F25B4FDB}" srcOrd="0" destOrd="0" presId="urn:microsoft.com/office/officeart/2005/8/layout/vList3"/>
    <dgm:cxn modelId="{756DA7F9-DC3F-43EA-B25E-6ACFCCD8EE0D}" type="presParOf" srcId="{6DC7A655-5045-49BE-9701-E7C120DA1792}" destId="{364D3A10-84F5-47B9-8939-B37AC63E11BE}" srcOrd="1" destOrd="0" presId="urn:microsoft.com/office/officeart/2005/8/layout/vList3"/>
    <dgm:cxn modelId="{4068BA1C-847E-48A3-AEFB-8A408E4F82D9}" type="presParOf" srcId="{7958DAE4-A6C0-4762-BB57-8CCE3A437C1E}" destId="{C74605B2-AF67-4587-885D-EF9F558D8209}" srcOrd="1" destOrd="0" presId="urn:microsoft.com/office/officeart/2005/8/layout/vList3"/>
    <dgm:cxn modelId="{639820BB-DA91-4B44-8291-F2D58C89DC18}" type="presParOf" srcId="{7958DAE4-A6C0-4762-BB57-8CCE3A437C1E}" destId="{8AC911CD-5D98-42F2-A830-83996DA6FF10}" srcOrd="2" destOrd="0" presId="urn:microsoft.com/office/officeart/2005/8/layout/vList3"/>
    <dgm:cxn modelId="{166252A7-5E0D-4AE6-8C92-5C8AB10C1A9D}" type="presParOf" srcId="{8AC911CD-5D98-42F2-A830-83996DA6FF10}" destId="{F2EE28D0-FF42-49E9-B400-27574E4EB85B}" srcOrd="0" destOrd="0" presId="urn:microsoft.com/office/officeart/2005/8/layout/vList3"/>
    <dgm:cxn modelId="{434BBCD0-DF00-4D4E-B255-EB7036BEED56}" type="presParOf" srcId="{8AC911CD-5D98-42F2-A830-83996DA6FF10}" destId="{7F5FFA3C-6B49-4170-BBD1-246F83A51EE0}" srcOrd="1" destOrd="0" presId="urn:microsoft.com/office/officeart/2005/8/layout/vList3"/>
    <dgm:cxn modelId="{DD95C3A4-5156-4F5A-97BE-68FC0CC8C217}" type="presParOf" srcId="{7958DAE4-A6C0-4762-BB57-8CCE3A437C1E}" destId="{9049A93F-F44B-499F-B448-F9CCC107D8C1}" srcOrd="3" destOrd="0" presId="urn:microsoft.com/office/officeart/2005/8/layout/vList3"/>
    <dgm:cxn modelId="{B352193D-CC51-4DE8-A183-3493FFBB5258}" type="presParOf" srcId="{7958DAE4-A6C0-4762-BB57-8CCE3A437C1E}" destId="{33E7F637-F45F-49F3-9549-FB634AEC66E7}" srcOrd="4" destOrd="0" presId="urn:microsoft.com/office/officeart/2005/8/layout/vList3"/>
    <dgm:cxn modelId="{6C1A6572-D5EA-4726-AA96-FAE2185D55FA}" type="presParOf" srcId="{33E7F637-F45F-49F3-9549-FB634AEC66E7}" destId="{D8C0C416-70BD-41E6-93B7-527320D15715}" srcOrd="0" destOrd="0" presId="urn:microsoft.com/office/officeart/2005/8/layout/vList3"/>
    <dgm:cxn modelId="{C0C93AC0-8718-4504-95AE-EF654545D8BC}" type="presParOf" srcId="{33E7F637-F45F-49F3-9549-FB634AEC66E7}" destId="{0CE86F41-C96E-4B0C-977D-6EDA716093F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926E52E-DF17-4E2F-B9C8-842B8BD43455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E4A24DC-376D-49A1-ABD9-E0DCA0A8D2CD}">
          <dgm:prSet/>
          <dgm:spPr/>
          <dgm:t>
            <a:bodyPr/>
            <a:lstStyle/>
            <a:p>
              <a:pPr>
                <a:lnSpc>
                  <a:spcPct val="100000"/>
                </a:lnSpc>
                <a:defRPr b="1"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en-US" dirty="0"/>
            </a:p>
          </dgm:t>
        </dgm:pt>
      </mc:Choice>
      <mc:Fallback xmlns="">
        <dgm:pt modelId="{5E4A24DC-376D-49A1-ABD9-E0DCA0A8D2CD}">
          <dgm:prSet/>
          <dgm:spPr/>
          <dgm:t>
            <a:bodyPr/>
            <a:lstStyle/>
            <a:p>
              <a:pPr>
                <a:lnSpc>
                  <a:spcPct val="100000"/>
                </a:lnSpc>
                <a:defRPr b="1"/>
              </a:pPr>
              <a:r>
                <a:rPr lang="nl-NL" b="0" i="0">
                  <a:latin typeface="Cambria Math" panose="02040503050406030204" pitchFamily="18" charset="0"/>
                </a:rPr>
                <a:t>𝑞(</a:t>
              </a:r>
              <a:r>
                <a:rPr lang="nl-NL" b="1" i="0">
                  <a:latin typeface="Cambria Math" panose="02040503050406030204" pitchFamily="18" charset="0"/>
                </a:rPr>
                <a:t>𝒙</a:t>
              </a:r>
              <a:r>
                <a:rPr lang="nl-NL" b="0" i="0">
                  <a:latin typeface="Cambria Math" panose="02040503050406030204" pitchFamily="18" charset="0"/>
                </a:rPr>
                <a:t>_𝑡│</a:t>
              </a:r>
              <a:r>
                <a:rPr lang="nl-NL" b="1" i="0">
                  <a:latin typeface="Cambria Math" panose="02040503050406030204" pitchFamily="18" charset="0"/>
                </a:rPr>
                <a:t>𝒙</a:t>
              </a:r>
              <a:r>
                <a:rPr lang="nl-NL" b="0" i="0">
                  <a:latin typeface="Cambria Math" panose="02040503050406030204" pitchFamily="18" charset="0"/>
                </a:rPr>
                <a:t>_0 )</a:t>
              </a:r>
              <a:endParaRPr lang="en-US" dirty="0"/>
            </a:p>
          </dgm:t>
        </dgm:pt>
      </mc:Fallback>
    </mc:AlternateContent>
    <dgm:pt modelId="{6860408F-3A42-4BFF-94BC-5E75833A24B0}" type="parTrans" cxnId="{F51204CD-946F-4D9B-937F-B66FE5B2AC82}">
      <dgm:prSet/>
      <dgm:spPr/>
      <dgm:t>
        <a:bodyPr/>
        <a:lstStyle/>
        <a:p>
          <a:endParaRPr lang="en-US"/>
        </a:p>
      </dgm:t>
    </dgm:pt>
    <dgm:pt modelId="{699F58A8-34E3-4378-9A4B-1A6CC5739903}" type="sibTrans" cxnId="{F51204CD-946F-4D9B-937F-B66FE5B2AC8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2FFC07F-CB75-4E56-A3C2-B64D9F046F23}">
          <dgm:prSet/>
          <dgm:spPr/>
          <dgm:t>
            <a:bodyPr/>
            <a:lstStyle/>
            <a:p>
              <a:pPr algn="ctr">
                <a:lnSpc>
                  <a:spcPct val="100000"/>
                </a:lnSpc>
              </a:pPr>
              <a:r>
                <a:rPr lang="nl-NL" b="0" dirty="0"/>
                <a:t>Quickly </a:t>
              </a:r>
              <a:r>
                <a:rPr lang="nl-NL" b="0" dirty="0" err="1"/>
                <a:t>calculate</a:t>
              </a:r>
              <a:r>
                <a:rPr lang="nl-NL" b="0" dirty="0"/>
                <a:t> </a:t>
              </a:r>
              <a:r>
                <a:rPr lang="nl-NL" b="0" dirty="0" err="1"/>
                <a:t>noise</a:t>
              </a:r>
              <a:r>
                <a:rPr lang="nl-NL" b="0" dirty="0"/>
                <a:t> </a:t>
              </a:r>
              <a:r>
                <a:rPr lang="nl-NL" b="0" dirty="0" err="1"/>
                <a:t>for</a:t>
              </a:r>
              <a:r>
                <a:rPr lang="nl-NL" b="0" dirty="0"/>
                <a:t> </a:t>
              </a:r>
              <a:r>
                <a:rPr lang="nl-NL" b="0" dirty="0" err="1"/>
                <a:t>any</a:t>
              </a:r>
              <a:r>
                <a:rPr lang="nl-NL" b="0" dirty="0"/>
                <a:t> </a:t>
              </a:r>
              <a14:m>
                <m:oMath xmlns:m="http://schemas.openxmlformats.org/officeDocument/2006/math">
                  <m:r>
                    <a:rPr lang="nl-NL" b="0" i="1" smtClean="0">
                      <a:latin typeface="Cambria Math" panose="02040503050406030204" pitchFamily="18" charset="0"/>
                    </a:rPr>
                    <m:t>𝑡</m:t>
                  </m:r>
                </m:oMath>
              </a14:m>
              <a:endParaRPr lang="en-US" dirty="0"/>
            </a:p>
          </dgm:t>
        </dgm:pt>
      </mc:Choice>
      <mc:Fallback xmlns="">
        <dgm:pt modelId="{72FFC07F-CB75-4E56-A3C2-B64D9F046F23}">
          <dgm:prSet/>
          <dgm:spPr/>
          <dgm:t>
            <a:bodyPr/>
            <a:lstStyle/>
            <a:p>
              <a:pPr algn="ctr">
                <a:lnSpc>
                  <a:spcPct val="100000"/>
                </a:lnSpc>
              </a:pPr>
              <a:r>
                <a:rPr lang="nl-NL" b="0" dirty="0"/>
                <a:t>Quickly </a:t>
              </a:r>
              <a:r>
                <a:rPr lang="nl-NL" b="0" dirty="0" err="1"/>
                <a:t>calculate</a:t>
              </a:r>
              <a:r>
                <a:rPr lang="nl-NL" b="0" dirty="0"/>
                <a:t> </a:t>
              </a:r>
              <a:r>
                <a:rPr lang="nl-NL" b="0" dirty="0" err="1"/>
                <a:t>noise</a:t>
              </a:r>
              <a:r>
                <a:rPr lang="nl-NL" b="0" dirty="0"/>
                <a:t> </a:t>
              </a:r>
              <a:r>
                <a:rPr lang="nl-NL" b="0" dirty="0" err="1"/>
                <a:t>for</a:t>
              </a:r>
              <a:r>
                <a:rPr lang="nl-NL" b="0" dirty="0"/>
                <a:t> </a:t>
              </a:r>
              <a:r>
                <a:rPr lang="nl-NL" b="0" dirty="0" err="1"/>
                <a:t>any</a:t>
              </a:r>
              <a:r>
                <a:rPr lang="nl-NL" b="0" dirty="0"/>
                <a:t> </a:t>
              </a:r>
              <a:r>
                <a:rPr lang="nl-NL" b="0" i="0">
                  <a:latin typeface="Cambria Math" panose="02040503050406030204" pitchFamily="18" charset="0"/>
                </a:rPr>
                <a:t>𝑡</a:t>
              </a:r>
              <a:endParaRPr lang="en-US" dirty="0"/>
            </a:p>
          </dgm:t>
        </dgm:pt>
      </mc:Fallback>
    </mc:AlternateContent>
    <dgm:pt modelId="{5DA0A74D-8322-46DF-A150-449A483CEA5B}" type="parTrans" cxnId="{49783DE3-1188-46F1-B53A-A3DBF57582D6}">
      <dgm:prSet/>
      <dgm:spPr/>
      <dgm:t>
        <a:bodyPr/>
        <a:lstStyle/>
        <a:p>
          <a:endParaRPr lang="en-US"/>
        </a:p>
      </dgm:t>
    </dgm:pt>
    <dgm:pt modelId="{0456122F-ACE6-4689-9723-0ECB9B17BDAF}" type="sibTrans" cxnId="{49783DE3-1188-46F1-B53A-A3DBF57582D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FB783EF-F98A-4E76-91E0-F23EB400D0E1}">
          <dgm:prSet/>
          <dgm:spPr/>
          <dgm:t>
            <a:bodyPr/>
            <a:lstStyle/>
            <a:p>
              <a:pPr>
                <a:lnSpc>
                  <a:spcPct val="100000"/>
                </a:lnSpc>
                <a:defRPr b="1"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en-US" dirty="0"/>
            </a:p>
          </dgm:t>
        </dgm:pt>
      </mc:Choice>
      <mc:Fallback xmlns="">
        <dgm:pt modelId="{3FB783EF-F98A-4E76-91E0-F23EB400D0E1}">
          <dgm:prSet/>
          <dgm:spPr/>
          <dgm:t>
            <a:bodyPr/>
            <a:lstStyle/>
            <a:p>
              <a:pPr>
                <a:lnSpc>
                  <a:spcPct val="100000"/>
                </a:lnSpc>
                <a:defRPr b="1"/>
              </a:pPr>
              <a:r>
                <a:rPr lang="nl-NL" b="0" i="0">
                  <a:latin typeface="Cambria Math" panose="02040503050406030204" pitchFamily="18" charset="0"/>
                </a:rPr>
                <a:t>𝑞(</a:t>
              </a:r>
              <a:r>
                <a:rPr lang="nl-NL" b="1" i="0">
                  <a:latin typeface="Cambria Math" panose="02040503050406030204" pitchFamily="18" charset="0"/>
                </a:rPr>
                <a:t>𝒙</a:t>
              </a:r>
              <a:r>
                <a:rPr lang="nl-NL" b="0" i="0">
                  <a:latin typeface="Cambria Math" panose="02040503050406030204" pitchFamily="18" charset="0"/>
                </a:rPr>
                <a:t>_(𝑡−1)│</a:t>
              </a:r>
              <a:r>
                <a:rPr lang="nl-NL" b="1" i="0">
                  <a:latin typeface="Cambria Math" panose="02040503050406030204" pitchFamily="18" charset="0"/>
                </a:rPr>
                <a:t>𝒙</a:t>
              </a:r>
              <a:r>
                <a:rPr lang="nl-NL" b="0" i="0">
                  <a:latin typeface="Cambria Math" panose="02040503050406030204" pitchFamily="18" charset="0"/>
                </a:rPr>
                <a:t>_𝑡,</a:t>
              </a:r>
              <a:r>
                <a:rPr lang="nl-NL" b="1" i="0">
                  <a:latin typeface="Cambria Math" panose="02040503050406030204" pitchFamily="18" charset="0"/>
                </a:rPr>
                <a:t>𝒙_</a:t>
              </a:r>
              <a:r>
                <a:rPr lang="nl-NL" b="0" i="0">
                  <a:latin typeface="Cambria Math" panose="02040503050406030204" pitchFamily="18" charset="0"/>
                </a:rPr>
                <a:t>0 )</a:t>
              </a:r>
              <a:endParaRPr lang="en-US" dirty="0"/>
            </a:p>
          </dgm:t>
        </dgm:pt>
      </mc:Fallback>
    </mc:AlternateContent>
    <dgm:pt modelId="{01066A56-B041-4AD0-81EE-9B15DFB50203}" type="parTrans" cxnId="{B5AE912F-0337-4041-B3C4-53AD2A9ED3CC}">
      <dgm:prSet/>
      <dgm:spPr/>
      <dgm:t>
        <a:bodyPr/>
        <a:lstStyle/>
        <a:p>
          <a:endParaRPr lang="en-US"/>
        </a:p>
      </dgm:t>
    </dgm:pt>
    <dgm:pt modelId="{8060D21A-BA55-4392-8946-20C6C63C7594}" type="sibTrans" cxnId="{B5AE912F-0337-4041-B3C4-53AD2A9ED3CC}">
      <dgm:prSet/>
      <dgm:spPr/>
      <dgm:t>
        <a:bodyPr/>
        <a:lstStyle/>
        <a:p>
          <a:endParaRPr lang="en-US"/>
        </a:p>
      </dgm:t>
    </dgm:pt>
    <dgm:pt modelId="{D0A5050B-BBBA-4010-966C-244A6F2CA7A4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nl-NL" b="0" dirty="0" err="1"/>
            <a:t>Calculate</a:t>
          </a:r>
          <a:r>
            <a:rPr lang="nl-NL" b="0" dirty="0"/>
            <a:t> </a:t>
          </a:r>
          <a:r>
            <a:rPr lang="nl-NL" b="0" dirty="0" err="1"/>
            <a:t>the</a:t>
          </a:r>
          <a:r>
            <a:rPr lang="nl-NL" b="0" dirty="0"/>
            <a:t> solution </a:t>
          </a:r>
          <a:r>
            <a:rPr lang="nl-NL" b="0" dirty="0" err="1"/>
            <a:t>for</a:t>
          </a:r>
          <a:r>
            <a:rPr lang="nl-NL" b="0" dirty="0"/>
            <a:t> posterior</a:t>
          </a:r>
          <a:endParaRPr lang="en-US" dirty="0"/>
        </a:p>
      </dgm:t>
    </dgm:pt>
    <dgm:pt modelId="{13CDFE21-CF79-4A65-BA05-590AD9A2A6C5}" type="parTrans" cxnId="{3CB498EB-D105-4A87-BF3E-B913109F8352}">
      <dgm:prSet/>
      <dgm:spPr/>
      <dgm:t>
        <a:bodyPr/>
        <a:lstStyle/>
        <a:p>
          <a:endParaRPr lang="en-US"/>
        </a:p>
      </dgm:t>
    </dgm:pt>
    <dgm:pt modelId="{18E6C584-07AA-4735-A9D4-FFA93B434F38}" type="sibTrans" cxnId="{3CB498EB-D105-4A87-BF3E-B913109F8352}">
      <dgm:prSet/>
      <dgm:spPr/>
      <dgm:t>
        <a:bodyPr/>
        <a:lstStyle/>
        <a:p>
          <a:endParaRPr lang="en-US"/>
        </a:p>
      </dgm:t>
    </dgm:pt>
    <dgm:pt modelId="{9D5B03F0-3BF9-44DF-9B21-CA2111E2B27C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dirty="0"/>
            <a:t>Used in the loss function</a:t>
          </a:r>
        </a:p>
      </dgm:t>
    </dgm:pt>
    <dgm:pt modelId="{891F93D8-FE17-4DCA-90BE-9B23870BDDDA}" type="parTrans" cxnId="{6C735EF0-12C2-499F-9960-C33A3DF16C35}">
      <dgm:prSet/>
      <dgm:spPr/>
      <dgm:t>
        <a:bodyPr/>
        <a:lstStyle/>
        <a:p>
          <a:endParaRPr lang="en-GB"/>
        </a:p>
      </dgm:t>
    </dgm:pt>
    <dgm:pt modelId="{524B5C58-BED6-4148-8038-E181E165A75C}" type="sibTrans" cxnId="{6C735EF0-12C2-499F-9960-C33A3DF16C35}">
      <dgm:prSet/>
      <dgm:spPr/>
      <dgm:t>
        <a:bodyPr/>
        <a:lstStyle/>
        <a:p>
          <a:endParaRPr lang="en-GB"/>
        </a:p>
      </dgm:t>
    </dgm:pt>
    <dgm:pt modelId="{6354B8F2-BED5-4FC2-88DF-00E4F17FDB7A}" type="pres">
      <dgm:prSet presAssocID="{8926E52E-DF17-4E2F-B9C8-842B8BD43455}" presName="root" presStyleCnt="0">
        <dgm:presLayoutVars>
          <dgm:dir/>
          <dgm:resizeHandles val="exact"/>
        </dgm:presLayoutVars>
      </dgm:prSet>
      <dgm:spPr/>
    </dgm:pt>
    <dgm:pt modelId="{D86C2345-EC98-4B41-BB0C-17263A149990}" type="pres">
      <dgm:prSet presAssocID="{5E4A24DC-376D-49A1-ABD9-E0DCA0A8D2CD}" presName="compNode" presStyleCnt="0"/>
      <dgm:spPr/>
    </dgm:pt>
    <dgm:pt modelId="{4A37E735-23DD-4DD0-A368-D69297821E6F}" type="pres">
      <dgm:prSet presAssocID="{5E4A24DC-376D-49A1-ABD9-E0DCA0A8D2CD}" presName="iconRect" presStyleLbl="node1" presStyleIdx="0" presStyleCnt="2" custLinFactNeighborX="95753" custLinFactNeighborY="-354"/>
      <dgm:spPr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 bolt with solid fill"/>
        </a:ext>
      </dgm:extLst>
    </dgm:pt>
    <dgm:pt modelId="{A46A0E43-E972-4D66-BDC9-24DBE3451573}" type="pres">
      <dgm:prSet presAssocID="{5E4A24DC-376D-49A1-ABD9-E0DCA0A8D2CD}" presName="iconSpace" presStyleCnt="0"/>
      <dgm:spPr/>
    </dgm:pt>
    <dgm:pt modelId="{88FAC2CC-089F-4354-9CC8-69C0B728DE32}" type="pres">
      <dgm:prSet presAssocID="{5E4A24DC-376D-49A1-ABD9-E0DCA0A8D2CD}" presName="parTx" presStyleLbl="revTx" presStyleIdx="0" presStyleCnt="4">
        <dgm:presLayoutVars>
          <dgm:chMax val="0"/>
          <dgm:chPref val="0"/>
        </dgm:presLayoutVars>
      </dgm:prSet>
      <dgm:spPr/>
    </dgm:pt>
    <dgm:pt modelId="{18872678-B09E-4250-A31D-F6C4DEFF96E5}" type="pres">
      <dgm:prSet presAssocID="{5E4A24DC-376D-49A1-ABD9-E0DCA0A8D2CD}" presName="txSpace" presStyleCnt="0"/>
      <dgm:spPr/>
    </dgm:pt>
    <dgm:pt modelId="{3B6663D7-8A14-46B9-9344-26C69B9950A2}" type="pres">
      <dgm:prSet presAssocID="{5E4A24DC-376D-49A1-ABD9-E0DCA0A8D2CD}" presName="desTx" presStyleLbl="revTx" presStyleIdx="1" presStyleCnt="4">
        <dgm:presLayoutVars/>
      </dgm:prSet>
      <dgm:spPr/>
    </dgm:pt>
    <dgm:pt modelId="{1104BAF9-51A5-4FCB-9E26-A08D037BE2EC}" type="pres">
      <dgm:prSet presAssocID="{699F58A8-34E3-4378-9A4B-1A6CC5739903}" presName="sibTrans" presStyleCnt="0"/>
      <dgm:spPr/>
    </dgm:pt>
    <dgm:pt modelId="{4BCDF7B3-3D74-4239-B6C6-897FECDFEDC4}" type="pres">
      <dgm:prSet presAssocID="{3FB783EF-F98A-4E76-91E0-F23EB400D0E1}" presName="compNode" presStyleCnt="0"/>
      <dgm:spPr/>
    </dgm:pt>
    <dgm:pt modelId="{00A0A78A-EE6C-45B2-B259-B4BD726C194C}" type="pres">
      <dgm:prSet presAssocID="{3FB783EF-F98A-4E76-91E0-F23EB400D0E1}" presName="iconRect" presStyleLbl="node1" presStyleIdx="1" presStyleCnt="2" custLinFactNeighborX="9131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dea with solid fill"/>
        </a:ext>
      </dgm:extLst>
    </dgm:pt>
    <dgm:pt modelId="{28FD1D7D-3394-47CA-8613-312B1CF1FB92}" type="pres">
      <dgm:prSet presAssocID="{3FB783EF-F98A-4E76-91E0-F23EB400D0E1}" presName="iconSpace" presStyleCnt="0"/>
      <dgm:spPr/>
    </dgm:pt>
    <dgm:pt modelId="{E725DE30-A1CA-4326-83A3-4BA5A89FDE4A}" type="pres">
      <dgm:prSet presAssocID="{3FB783EF-F98A-4E76-91E0-F23EB400D0E1}" presName="parTx" presStyleLbl="revTx" presStyleIdx="2" presStyleCnt="4">
        <dgm:presLayoutVars>
          <dgm:chMax val="0"/>
          <dgm:chPref val="0"/>
        </dgm:presLayoutVars>
      </dgm:prSet>
      <dgm:spPr/>
    </dgm:pt>
    <dgm:pt modelId="{338E5033-789A-4F1F-884F-1E35801FF794}" type="pres">
      <dgm:prSet presAssocID="{3FB783EF-F98A-4E76-91E0-F23EB400D0E1}" presName="txSpace" presStyleCnt="0"/>
      <dgm:spPr/>
    </dgm:pt>
    <dgm:pt modelId="{87AAA632-E660-4D83-8E65-004786817B26}" type="pres">
      <dgm:prSet presAssocID="{3FB783EF-F98A-4E76-91E0-F23EB400D0E1}" presName="desTx" presStyleLbl="revTx" presStyleIdx="3" presStyleCnt="4">
        <dgm:presLayoutVars/>
      </dgm:prSet>
      <dgm:spPr/>
    </dgm:pt>
  </dgm:ptLst>
  <dgm:cxnLst>
    <dgm:cxn modelId="{F6289D11-226F-4B05-84C7-376CA61BB992}" type="presOf" srcId="{72FFC07F-CB75-4E56-A3C2-B64D9F046F23}" destId="{3B6663D7-8A14-46B9-9344-26C69B9950A2}" srcOrd="0" destOrd="0" presId="urn:microsoft.com/office/officeart/2018/2/layout/IconLabelDescriptionList"/>
    <dgm:cxn modelId="{B5AE912F-0337-4041-B3C4-53AD2A9ED3CC}" srcId="{8926E52E-DF17-4E2F-B9C8-842B8BD43455}" destId="{3FB783EF-F98A-4E76-91E0-F23EB400D0E1}" srcOrd="1" destOrd="0" parTransId="{01066A56-B041-4AD0-81EE-9B15DFB50203}" sibTransId="{8060D21A-BA55-4392-8946-20C6C63C7594}"/>
    <dgm:cxn modelId="{22539837-1740-43FA-9915-1E0E5C3DCBBD}" type="presOf" srcId="{5E4A24DC-376D-49A1-ABD9-E0DCA0A8D2CD}" destId="{88FAC2CC-089F-4354-9CC8-69C0B728DE32}" srcOrd="0" destOrd="0" presId="urn:microsoft.com/office/officeart/2018/2/layout/IconLabelDescriptionList"/>
    <dgm:cxn modelId="{EFA1D95D-3385-4CA8-9A22-14D883E1E875}" type="presOf" srcId="{3FB783EF-F98A-4E76-91E0-F23EB400D0E1}" destId="{E725DE30-A1CA-4326-83A3-4BA5A89FDE4A}" srcOrd="0" destOrd="0" presId="urn:microsoft.com/office/officeart/2018/2/layout/IconLabelDescriptionList"/>
    <dgm:cxn modelId="{36B6C971-34D0-443F-9B12-CDB1E0A00A0E}" type="presOf" srcId="{D0A5050B-BBBA-4010-966C-244A6F2CA7A4}" destId="{87AAA632-E660-4D83-8E65-004786817B26}" srcOrd="0" destOrd="0" presId="urn:microsoft.com/office/officeart/2018/2/layout/IconLabelDescriptionList"/>
    <dgm:cxn modelId="{EDF2C7B0-47A6-440E-93A8-E01877A938B4}" type="presOf" srcId="{8926E52E-DF17-4E2F-B9C8-842B8BD43455}" destId="{6354B8F2-BED5-4FC2-88DF-00E4F17FDB7A}" srcOrd="0" destOrd="0" presId="urn:microsoft.com/office/officeart/2018/2/layout/IconLabelDescriptionList"/>
    <dgm:cxn modelId="{86ECBDB8-5FE4-4F04-8E56-5DBC04405787}" type="presOf" srcId="{9D5B03F0-3BF9-44DF-9B21-CA2111E2B27C}" destId="{87AAA632-E660-4D83-8E65-004786817B26}" srcOrd="0" destOrd="1" presId="urn:microsoft.com/office/officeart/2018/2/layout/IconLabelDescriptionList"/>
    <dgm:cxn modelId="{F51204CD-946F-4D9B-937F-B66FE5B2AC82}" srcId="{8926E52E-DF17-4E2F-B9C8-842B8BD43455}" destId="{5E4A24DC-376D-49A1-ABD9-E0DCA0A8D2CD}" srcOrd="0" destOrd="0" parTransId="{6860408F-3A42-4BFF-94BC-5E75833A24B0}" sibTransId="{699F58A8-34E3-4378-9A4B-1A6CC5739903}"/>
    <dgm:cxn modelId="{49783DE3-1188-46F1-B53A-A3DBF57582D6}" srcId="{5E4A24DC-376D-49A1-ABD9-E0DCA0A8D2CD}" destId="{72FFC07F-CB75-4E56-A3C2-B64D9F046F23}" srcOrd="0" destOrd="0" parTransId="{5DA0A74D-8322-46DF-A150-449A483CEA5B}" sibTransId="{0456122F-ACE6-4689-9723-0ECB9B17BDAF}"/>
    <dgm:cxn modelId="{3CB498EB-D105-4A87-BF3E-B913109F8352}" srcId="{3FB783EF-F98A-4E76-91E0-F23EB400D0E1}" destId="{D0A5050B-BBBA-4010-966C-244A6F2CA7A4}" srcOrd="0" destOrd="0" parTransId="{13CDFE21-CF79-4A65-BA05-590AD9A2A6C5}" sibTransId="{18E6C584-07AA-4735-A9D4-FFA93B434F38}"/>
    <dgm:cxn modelId="{6C735EF0-12C2-499F-9960-C33A3DF16C35}" srcId="{3FB783EF-F98A-4E76-91E0-F23EB400D0E1}" destId="{9D5B03F0-3BF9-44DF-9B21-CA2111E2B27C}" srcOrd="1" destOrd="0" parTransId="{891F93D8-FE17-4DCA-90BE-9B23870BDDDA}" sibTransId="{524B5C58-BED6-4148-8038-E181E165A75C}"/>
    <dgm:cxn modelId="{02A27728-F7BC-4144-BAE9-2D4BD75F3038}" type="presParOf" srcId="{6354B8F2-BED5-4FC2-88DF-00E4F17FDB7A}" destId="{D86C2345-EC98-4B41-BB0C-17263A149990}" srcOrd="0" destOrd="0" presId="urn:microsoft.com/office/officeart/2018/2/layout/IconLabelDescriptionList"/>
    <dgm:cxn modelId="{E2B3E10D-960D-46D2-BA45-B53B1EE45F57}" type="presParOf" srcId="{D86C2345-EC98-4B41-BB0C-17263A149990}" destId="{4A37E735-23DD-4DD0-A368-D69297821E6F}" srcOrd="0" destOrd="0" presId="urn:microsoft.com/office/officeart/2018/2/layout/IconLabelDescriptionList"/>
    <dgm:cxn modelId="{5233A2F2-9EEE-4EB5-9C5F-393B8FD95EC9}" type="presParOf" srcId="{D86C2345-EC98-4B41-BB0C-17263A149990}" destId="{A46A0E43-E972-4D66-BDC9-24DBE3451573}" srcOrd="1" destOrd="0" presId="urn:microsoft.com/office/officeart/2018/2/layout/IconLabelDescriptionList"/>
    <dgm:cxn modelId="{C9331BCA-E6DE-4530-BBD9-D848E63EEE94}" type="presParOf" srcId="{D86C2345-EC98-4B41-BB0C-17263A149990}" destId="{88FAC2CC-089F-4354-9CC8-69C0B728DE32}" srcOrd="2" destOrd="0" presId="urn:microsoft.com/office/officeart/2018/2/layout/IconLabelDescriptionList"/>
    <dgm:cxn modelId="{B191B25D-0E5C-4C08-925A-E5704D6150C0}" type="presParOf" srcId="{D86C2345-EC98-4B41-BB0C-17263A149990}" destId="{18872678-B09E-4250-A31D-F6C4DEFF96E5}" srcOrd="3" destOrd="0" presId="urn:microsoft.com/office/officeart/2018/2/layout/IconLabelDescriptionList"/>
    <dgm:cxn modelId="{8DB2ABAB-4CAD-4819-9803-F7C45857D1A6}" type="presParOf" srcId="{D86C2345-EC98-4B41-BB0C-17263A149990}" destId="{3B6663D7-8A14-46B9-9344-26C69B9950A2}" srcOrd="4" destOrd="0" presId="urn:microsoft.com/office/officeart/2018/2/layout/IconLabelDescriptionList"/>
    <dgm:cxn modelId="{7FCEB833-B17A-4ADD-B1C6-94A79DA1E3D1}" type="presParOf" srcId="{6354B8F2-BED5-4FC2-88DF-00E4F17FDB7A}" destId="{1104BAF9-51A5-4FCB-9E26-A08D037BE2EC}" srcOrd="1" destOrd="0" presId="urn:microsoft.com/office/officeart/2018/2/layout/IconLabelDescriptionList"/>
    <dgm:cxn modelId="{8064C635-D256-4645-90CF-0BBD82F99924}" type="presParOf" srcId="{6354B8F2-BED5-4FC2-88DF-00E4F17FDB7A}" destId="{4BCDF7B3-3D74-4239-B6C6-897FECDFEDC4}" srcOrd="2" destOrd="0" presId="urn:microsoft.com/office/officeart/2018/2/layout/IconLabelDescriptionList"/>
    <dgm:cxn modelId="{9007F758-F47F-4C11-AB68-CA93B3B53221}" type="presParOf" srcId="{4BCDF7B3-3D74-4239-B6C6-897FECDFEDC4}" destId="{00A0A78A-EE6C-45B2-B259-B4BD726C194C}" srcOrd="0" destOrd="0" presId="urn:microsoft.com/office/officeart/2018/2/layout/IconLabelDescriptionList"/>
    <dgm:cxn modelId="{C0816ADB-B38F-40E2-83BE-075B63F81B46}" type="presParOf" srcId="{4BCDF7B3-3D74-4239-B6C6-897FECDFEDC4}" destId="{28FD1D7D-3394-47CA-8613-312B1CF1FB92}" srcOrd="1" destOrd="0" presId="urn:microsoft.com/office/officeart/2018/2/layout/IconLabelDescriptionList"/>
    <dgm:cxn modelId="{CDFC977A-D676-4BAA-9347-CFEED118A825}" type="presParOf" srcId="{4BCDF7B3-3D74-4239-B6C6-897FECDFEDC4}" destId="{E725DE30-A1CA-4326-83A3-4BA5A89FDE4A}" srcOrd="2" destOrd="0" presId="urn:microsoft.com/office/officeart/2018/2/layout/IconLabelDescriptionList"/>
    <dgm:cxn modelId="{9739108F-337A-498A-BBF2-8E3BE3FF092E}" type="presParOf" srcId="{4BCDF7B3-3D74-4239-B6C6-897FECDFEDC4}" destId="{338E5033-789A-4F1F-884F-1E35801FF794}" srcOrd="3" destOrd="0" presId="urn:microsoft.com/office/officeart/2018/2/layout/IconLabelDescriptionList"/>
    <dgm:cxn modelId="{B06A8AAC-CF96-4131-BF82-83B79DEDF1AD}" type="presParOf" srcId="{4BCDF7B3-3D74-4239-B6C6-897FECDFEDC4}" destId="{87AAA632-E660-4D83-8E65-004786817B2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926E52E-DF17-4E2F-B9C8-842B8BD43455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4A24DC-376D-49A1-ABD9-E0DCA0A8D2CD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6860408F-3A42-4BFF-94BC-5E75833A24B0}" type="parTrans" cxnId="{F51204CD-946F-4D9B-937F-B66FE5B2AC82}">
      <dgm:prSet/>
      <dgm:spPr/>
      <dgm:t>
        <a:bodyPr/>
        <a:lstStyle/>
        <a:p>
          <a:endParaRPr lang="en-US"/>
        </a:p>
      </dgm:t>
    </dgm:pt>
    <dgm:pt modelId="{699F58A8-34E3-4378-9A4B-1A6CC5739903}" type="sibTrans" cxnId="{F51204CD-946F-4D9B-937F-B66FE5B2AC82}">
      <dgm:prSet/>
      <dgm:spPr/>
      <dgm:t>
        <a:bodyPr/>
        <a:lstStyle/>
        <a:p>
          <a:endParaRPr lang="en-US"/>
        </a:p>
      </dgm:t>
    </dgm:pt>
    <dgm:pt modelId="{72FFC07F-CB75-4E56-A3C2-B64D9F046F23}">
      <dgm:prSet/>
      <dgm:spPr>
        <a:blipFill>
          <a:blip xmlns:r="http://schemas.openxmlformats.org/officeDocument/2006/relationships" r:embed="rId2"/>
          <a:stretch>
            <a:fillRect t="-10784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5DA0A74D-8322-46DF-A150-449A483CEA5B}" type="parTrans" cxnId="{49783DE3-1188-46F1-B53A-A3DBF57582D6}">
      <dgm:prSet/>
      <dgm:spPr/>
      <dgm:t>
        <a:bodyPr/>
        <a:lstStyle/>
        <a:p>
          <a:endParaRPr lang="en-US"/>
        </a:p>
      </dgm:t>
    </dgm:pt>
    <dgm:pt modelId="{0456122F-ACE6-4689-9723-0ECB9B17BDAF}" type="sibTrans" cxnId="{49783DE3-1188-46F1-B53A-A3DBF57582D6}">
      <dgm:prSet/>
      <dgm:spPr/>
      <dgm:t>
        <a:bodyPr/>
        <a:lstStyle/>
        <a:p>
          <a:endParaRPr lang="en-US"/>
        </a:p>
      </dgm:t>
    </dgm:pt>
    <dgm:pt modelId="{3FB783EF-F98A-4E76-91E0-F23EB400D0E1}">
      <dgm:prSet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01066A56-B041-4AD0-81EE-9B15DFB50203}" type="parTrans" cxnId="{B5AE912F-0337-4041-B3C4-53AD2A9ED3CC}">
      <dgm:prSet/>
      <dgm:spPr/>
      <dgm:t>
        <a:bodyPr/>
        <a:lstStyle/>
        <a:p>
          <a:endParaRPr lang="en-US"/>
        </a:p>
      </dgm:t>
    </dgm:pt>
    <dgm:pt modelId="{8060D21A-BA55-4392-8946-20C6C63C7594}" type="sibTrans" cxnId="{B5AE912F-0337-4041-B3C4-53AD2A9ED3CC}">
      <dgm:prSet/>
      <dgm:spPr/>
      <dgm:t>
        <a:bodyPr/>
        <a:lstStyle/>
        <a:p>
          <a:endParaRPr lang="en-US"/>
        </a:p>
      </dgm:t>
    </dgm:pt>
    <dgm:pt modelId="{D0A5050B-BBBA-4010-966C-244A6F2CA7A4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nl-NL" b="0" dirty="0" err="1"/>
            <a:t>Calculate</a:t>
          </a:r>
          <a:r>
            <a:rPr lang="nl-NL" b="0" dirty="0"/>
            <a:t> </a:t>
          </a:r>
          <a:r>
            <a:rPr lang="nl-NL" b="0" dirty="0" err="1"/>
            <a:t>the</a:t>
          </a:r>
          <a:r>
            <a:rPr lang="nl-NL" b="0" dirty="0"/>
            <a:t> solution </a:t>
          </a:r>
          <a:r>
            <a:rPr lang="nl-NL" b="0" dirty="0" err="1"/>
            <a:t>for</a:t>
          </a:r>
          <a:r>
            <a:rPr lang="nl-NL" b="0" dirty="0"/>
            <a:t> posterior</a:t>
          </a:r>
          <a:endParaRPr lang="en-US" dirty="0"/>
        </a:p>
      </dgm:t>
    </dgm:pt>
    <dgm:pt modelId="{13CDFE21-CF79-4A65-BA05-590AD9A2A6C5}" type="parTrans" cxnId="{3CB498EB-D105-4A87-BF3E-B913109F8352}">
      <dgm:prSet/>
      <dgm:spPr/>
      <dgm:t>
        <a:bodyPr/>
        <a:lstStyle/>
        <a:p>
          <a:endParaRPr lang="en-US"/>
        </a:p>
      </dgm:t>
    </dgm:pt>
    <dgm:pt modelId="{18E6C584-07AA-4735-A9D4-FFA93B434F38}" type="sibTrans" cxnId="{3CB498EB-D105-4A87-BF3E-B913109F8352}">
      <dgm:prSet/>
      <dgm:spPr/>
      <dgm:t>
        <a:bodyPr/>
        <a:lstStyle/>
        <a:p>
          <a:endParaRPr lang="en-US"/>
        </a:p>
      </dgm:t>
    </dgm:pt>
    <dgm:pt modelId="{9D5B03F0-3BF9-44DF-9B21-CA2111E2B27C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dirty="0"/>
            <a:t>Used in the loss function</a:t>
          </a:r>
        </a:p>
      </dgm:t>
    </dgm:pt>
    <dgm:pt modelId="{891F93D8-FE17-4DCA-90BE-9B23870BDDDA}" type="parTrans" cxnId="{6C735EF0-12C2-499F-9960-C33A3DF16C35}">
      <dgm:prSet/>
      <dgm:spPr/>
      <dgm:t>
        <a:bodyPr/>
        <a:lstStyle/>
        <a:p>
          <a:endParaRPr lang="en-GB"/>
        </a:p>
      </dgm:t>
    </dgm:pt>
    <dgm:pt modelId="{524B5C58-BED6-4148-8038-E181E165A75C}" type="sibTrans" cxnId="{6C735EF0-12C2-499F-9960-C33A3DF16C35}">
      <dgm:prSet/>
      <dgm:spPr/>
      <dgm:t>
        <a:bodyPr/>
        <a:lstStyle/>
        <a:p>
          <a:endParaRPr lang="en-GB"/>
        </a:p>
      </dgm:t>
    </dgm:pt>
    <dgm:pt modelId="{6354B8F2-BED5-4FC2-88DF-00E4F17FDB7A}" type="pres">
      <dgm:prSet presAssocID="{8926E52E-DF17-4E2F-B9C8-842B8BD43455}" presName="root" presStyleCnt="0">
        <dgm:presLayoutVars>
          <dgm:dir/>
          <dgm:resizeHandles val="exact"/>
        </dgm:presLayoutVars>
      </dgm:prSet>
      <dgm:spPr/>
    </dgm:pt>
    <dgm:pt modelId="{D86C2345-EC98-4B41-BB0C-17263A149990}" type="pres">
      <dgm:prSet presAssocID="{5E4A24DC-376D-49A1-ABD9-E0DCA0A8D2CD}" presName="compNode" presStyleCnt="0"/>
      <dgm:spPr/>
    </dgm:pt>
    <dgm:pt modelId="{4A37E735-23DD-4DD0-A368-D69297821E6F}" type="pres">
      <dgm:prSet presAssocID="{5E4A24DC-376D-49A1-ABD9-E0DCA0A8D2CD}" presName="iconRect" presStyleLbl="node1" presStyleIdx="0" presStyleCnt="2" custLinFactNeighborX="95753" custLinFactNeighborY="-354"/>
      <dgm:spPr>
        <a:prstGeom prst="ellipse">
          <a:avLst/>
        </a:prstGeom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 bolt with solid fill"/>
        </a:ext>
      </dgm:extLst>
    </dgm:pt>
    <dgm:pt modelId="{A46A0E43-E972-4D66-BDC9-24DBE3451573}" type="pres">
      <dgm:prSet presAssocID="{5E4A24DC-376D-49A1-ABD9-E0DCA0A8D2CD}" presName="iconSpace" presStyleCnt="0"/>
      <dgm:spPr/>
    </dgm:pt>
    <dgm:pt modelId="{88FAC2CC-089F-4354-9CC8-69C0B728DE32}" type="pres">
      <dgm:prSet presAssocID="{5E4A24DC-376D-49A1-ABD9-E0DCA0A8D2CD}" presName="parTx" presStyleLbl="revTx" presStyleIdx="0" presStyleCnt="4">
        <dgm:presLayoutVars>
          <dgm:chMax val="0"/>
          <dgm:chPref val="0"/>
        </dgm:presLayoutVars>
      </dgm:prSet>
      <dgm:spPr/>
    </dgm:pt>
    <dgm:pt modelId="{18872678-B09E-4250-A31D-F6C4DEFF96E5}" type="pres">
      <dgm:prSet presAssocID="{5E4A24DC-376D-49A1-ABD9-E0DCA0A8D2CD}" presName="txSpace" presStyleCnt="0"/>
      <dgm:spPr/>
    </dgm:pt>
    <dgm:pt modelId="{3B6663D7-8A14-46B9-9344-26C69B9950A2}" type="pres">
      <dgm:prSet presAssocID="{5E4A24DC-376D-49A1-ABD9-E0DCA0A8D2CD}" presName="desTx" presStyleLbl="revTx" presStyleIdx="1" presStyleCnt="4">
        <dgm:presLayoutVars/>
      </dgm:prSet>
      <dgm:spPr/>
    </dgm:pt>
    <dgm:pt modelId="{1104BAF9-51A5-4FCB-9E26-A08D037BE2EC}" type="pres">
      <dgm:prSet presAssocID="{699F58A8-34E3-4378-9A4B-1A6CC5739903}" presName="sibTrans" presStyleCnt="0"/>
      <dgm:spPr/>
    </dgm:pt>
    <dgm:pt modelId="{4BCDF7B3-3D74-4239-B6C6-897FECDFEDC4}" type="pres">
      <dgm:prSet presAssocID="{3FB783EF-F98A-4E76-91E0-F23EB400D0E1}" presName="compNode" presStyleCnt="0"/>
      <dgm:spPr/>
    </dgm:pt>
    <dgm:pt modelId="{00A0A78A-EE6C-45B2-B259-B4BD726C194C}" type="pres">
      <dgm:prSet presAssocID="{3FB783EF-F98A-4E76-91E0-F23EB400D0E1}" presName="iconRect" presStyleLbl="node1" presStyleIdx="1" presStyleCnt="2" custLinFactNeighborX="91310"/>
      <dgm:spPr>
        <a:blipFill>
          <a:blip xmlns:r="http://schemas.openxmlformats.org/officeDocument/2006/relationships"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dea with solid fill"/>
        </a:ext>
      </dgm:extLst>
    </dgm:pt>
    <dgm:pt modelId="{28FD1D7D-3394-47CA-8613-312B1CF1FB92}" type="pres">
      <dgm:prSet presAssocID="{3FB783EF-F98A-4E76-91E0-F23EB400D0E1}" presName="iconSpace" presStyleCnt="0"/>
      <dgm:spPr/>
    </dgm:pt>
    <dgm:pt modelId="{E725DE30-A1CA-4326-83A3-4BA5A89FDE4A}" type="pres">
      <dgm:prSet presAssocID="{3FB783EF-F98A-4E76-91E0-F23EB400D0E1}" presName="parTx" presStyleLbl="revTx" presStyleIdx="2" presStyleCnt="4">
        <dgm:presLayoutVars>
          <dgm:chMax val="0"/>
          <dgm:chPref val="0"/>
        </dgm:presLayoutVars>
      </dgm:prSet>
      <dgm:spPr/>
    </dgm:pt>
    <dgm:pt modelId="{338E5033-789A-4F1F-884F-1E35801FF794}" type="pres">
      <dgm:prSet presAssocID="{3FB783EF-F98A-4E76-91E0-F23EB400D0E1}" presName="txSpace" presStyleCnt="0"/>
      <dgm:spPr/>
    </dgm:pt>
    <dgm:pt modelId="{87AAA632-E660-4D83-8E65-004786817B26}" type="pres">
      <dgm:prSet presAssocID="{3FB783EF-F98A-4E76-91E0-F23EB400D0E1}" presName="desTx" presStyleLbl="revTx" presStyleIdx="3" presStyleCnt="4">
        <dgm:presLayoutVars/>
      </dgm:prSet>
      <dgm:spPr/>
    </dgm:pt>
  </dgm:ptLst>
  <dgm:cxnLst>
    <dgm:cxn modelId="{F6289D11-226F-4B05-84C7-376CA61BB992}" type="presOf" srcId="{72FFC07F-CB75-4E56-A3C2-B64D9F046F23}" destId="{3B6663D7-8A14-46B9-9344-26C69B9950A2}" srcOrd="0" destOrd="0" presId="urn:microsoft.com/office/officeart/2018/2/layout/IconLabelDescriptionList"/>
    <dgm:cxn modelId="{B5AE912F-0337-4041-B3C4-53AD2A9ED3CC}" srcId="{8926E52E-DF17-4E2F-B9C8-842B8BD43455}" destId="{3FB783EF-F98A-4E76-91E0-F23EB400D0E1}" srcOrd="1" destOrd="0" parTransId="{01066A56-B041-4AD0-81EE-9B15DFB50203}" sibTransId="{8060D21A-BA55-4392-8946-20C6C63C7594}"/>
    <dgm:cxn modelId="{22539837-1740-43FA-9915-1E0E5C3DCBBD}" type="presOf" srcId="{5E4A24DC-376D-49A1-ABD9-E0DCA0A8D2CD}" destId="{88FAC2CC-089F-4354-9CC8-69C0B728DE32}" srcOrd="0" destOrd="0" presId="urn:microsoft.com/office/officeart/2018/2/layout/IconLabelDescriptionList"/>
    <dgm:cxn modelId="{EFA1D95D-3385-4CA8-9A22-14D883E1E875}" type="presOf" srcId="{3FB783EF-F98A-4E76-91E0-F23EB400D0E1}" destId="{E725DE30-A1CA-4326-83A3-4BA5A89FDE4A}" srcOrd="0" destOrd="0" presId="urn:microsoft.com/office/officeart/2018/2/layout/IconLabelDescriptionList"/>
    <dgm:cxn modelId="{36B6C971-34D0-443F-9B12-CDB1E0A00A0E}" type="presOf" srcId="{D0A5050B-BBBA-4010-966C-244A6F2CA7A4}" destId="{87AAA632-E660-4D83-8E65-004786817B26}" srcOrd="0" destOrd="0" presId="urn:microsoft.com/office/officeart/2018/2/layout/IconLabelDescriptionList"/>
    <dgm:cxn modelId="{EDF2C7B0-47A6-440E-93A8-E01877A938B4}" type="presOf" srcId="{8926E52E-DF17-4E2F-B9C8-842B8BD43455}" destId="{6354B8F2-BED5-4FC2-88DF-00E4F17FDB7A}" srcOrd="0" destOrd="0" presId="urn:microsoft.com/office/officeart/2018/2/layout/IconLabelDescriptionList"/>
    <dgm:cxn modelId="{86ECBDB8-5FE4-4F04-8E56-5DBC04405787}" type="presOf" srcId="{9D5B03F0-3BF9-44DF-9B21-CA2111E2B27C}" destId="{87AAA632-E660-4D83-8E65-004786817B26}" srcOrd="0" destOrd="1" presId="urn:microsoft.com/office/officeart/2018/2/layout/IconLabelDescriptionList"/>
    <dgm:cxn modelId="{F51204CD-946F-4D9B-937F-B66FE5B2AC82}" srcId="{8926E52E-DF17-4E2F-B9C8-842B8BD43455}" destId="{5E4A24DC-376D-49A1-ABD9-E0DCA0A8D2CD}" srcOrd="0" destOrd="0" parTransId="{6860408F-3A42-4BFF-94BC-5E75833A24B0}" sibTransId="{699F58A8-34E3-4378-9A4B-1A6CC5739903}"/>
    <dgm:cxn modelId="{49783DE3-1188-46F1-B53A-A3DBF57582D6}" srcId="{5E4A24DC-376D-49A1-ABD9-E0DCA0A8D2CD}" destId="{72FFC07F-CB75-4E56-A3C2-B64D9F046F23}" srcOrd="0" destOrd="0" parTransId="{5DA0A74D-8322-46DF-A150-449A483CEA5B}" sibTransId="{0456122F-ACE6-4689-9723-0ECB9B17BDAF}"/>
    <dgm:cxn modelId="{3CB498EB-D105-4A87-BF3E-B913109F8352}" srcId="{3FB783EF-F98A-4E76-91E0-F23EB400D0E1}" destId="{D0A5050B-BBBA-4010-966C-244A6F2CA7A4}" srcOrd="0" destOrd="0" parTransId="{13CDFE21-CF79-4A65-BA05-590AD9A2A6C5}" sibTransId="{18E6C584-07AA-4735-A9D4-FFA93B434F38}"/>
    <dgm:cxn modelId="{6C735EF0-12C2-499F-9960-C33A3DF16C35}" srcId="{3FB783EF-F98A-4E76-91E0-F23EB400D0E1}" destId="{9D5B03F0-3BF9-44DF-9B21-CA2111E2B27C}" srcOrd="1" destOrd="0" parTransId="{891F93D8-FE17-4DCA-90BE-9B23870BDDDA}" sibTransId="{524B5C58-BED6-4148-8038-E181E165A75C}"/>
    <dgm:cxn modelId="{02A27728-F7BC-4144-BAE9-2D4BD75F3038}" type="presParOf" srcId="{6354B8F2-BED5-4FC2-88DF-00E4F17FDB7A}" destId="{D86C2345-EC98-4B41-BB0C-17263A149990}" srcOrd="0" destOrd="0" presId="urn:microsoft.com/office/officeart/2018/2/layout/IconLabelDescriptionList"/>
    <dgm:cxn modelId="{E2B3E10D-960D-46D2-BA45-B53B1EE45F57}" type="presParOf" srcId="{D86C2345-EC98-4B41-BB0C-17263A149990}" destId="{4A37E735-23DD-4DD0-A368-D69297821E6F}" srcOrd="0" destOrd="0" presId="urn:microsoft.com/office/officeart/2018/2/layout/IconLabelDescriptionList"/>
    <dgm:cxn modelId="{5233A2F2-9EEE-4EB5-9C5F-393B8FD95EC9}" type="presParOf" srcId="{D86C2345-EC98-4B41-BB0C-17263A149990}" destId="{A46A0E43-E972-4D66-BDC9-24DBE3451573}" srcOrd="1" destOrd="0" presId="urn:microsoft.com/office/officeart/2018/2/layout/IconLabelDescriptionList"/>
    <dgm:cxn modelId="{C9331BCA-E6DE-4530-BBD9-D848E63EEE94}" type="presParOf" srcId="{D86C2345-EC98-4B41-BB0C-17263A149990}" destId="{88FAC2CC-089F-4354-9CC8-69C0B728DE32}" srcOrd="2" destOrd="0" presId="urn:microsoft.com/office/officeart/2018/2/layout/IconLabelDescriptionList"/>
    <dgm:cxn modelId="{B191B25D-0E5C-4C08-925A-E5704D6150C0}" type="presParOf" srcId="{D86C2345-EC98-4B41-BB0C-17263A149990}" destId="{18872678-B09E-4250-A31D-F6C4DEFF96E5}" srcOrd="3" destOrd="0" presId="urn:microsoft.com/office/officeart/2018/2/layout/IconLabelDescriptionList"/>
    <dgm:cxn modelId="{8DB2ABAB-4CAD-4819-9803-F7C45857D1A6}" type="presParOf" srcId="{D86C2345-EC98-4B41-BB0C-17263A149990}" destId="{3B6663D7-8A14-46B9-9344-26C69B9950A2}" srcOrd="4" destOrd="0" presId="urn:microsoft.com/office/officeart/2018/2/layout/IconLabelDescriptionList"/>
    <dgm:cxn modelId="{7FCEB833-B17A-4ADD-B1C6-94A79DA1E3D1}" type="presParOf" srcId="{6354B8F2-BED5-4FC2-88DF-00E4F17FDB7A}" destId="{1104BAF9-51A5-4FCB-9E26-A08D037BE2EC}" srcOrd="1" destOrd="0" presId="urn:microsoft.com/office/officeart/2018/2/layout/IconLabelDescriptionList"/>
    <dgm:cxn modelId="{8064C635-D256-4645-90CF-0BBD82F99924}" type="presParOf" srcId="{6354B8F2-BED5-4FC2-88DF-00E4F17FDB7A}" destId="{4BCDF7B3-3D74-4239-B6C6-897FECDFEDC4}" srcOrd="2" destOrd="0" presId="urn:microsoft.com/office/officeart/2018/2/layout/IconLabelDescriptionList"/>
    <dgm:cxn modelId="{9007F758-F47F-4C11-AB68-CA93B3B53221}" type="presParOf" srcId="{4BCDF7B3-3D74-4239-B6C6-897FECDFEDC4}" destId="{00A0A78A-EE6C-45B2-B259-B4BD726C194C}" srcOrd="0" destOrd="0" presId="urn:microsoft.com/office/officeart/2018/2/layout/IconLabelDescriptionList"/>
    <dgm:cxn modelId="{C0816ADB-B38F-40E2-83BE-075B63F81B46}" type="presParOf" srcId="{4BCDF7B3-3D74-4239-B6C6-897FECDFEDC4}" destId="{28FD1D7D-3394-47CA-8613-312B1CF1FB92}" srcOrd="1" destOrd="0" presId="urn:microsoft.com/office/officeart/2018/2/layout/IconLabelDescriptionList"/>
    <dgm:cxn modelId="{CDFC977A-D676-4BAA-9347-CFEED118A825}" type="presParOf" srcId="{4BCDF7B3-3D74-4239-B6C6-897FECDFEDC4}" destId="{E725DE30-A1CA-4326-83A3-4BA5A89FDE4A}" srcOrd="2" destOrd="0" presId="urn:microsoft.com/office/officeart/2018/2/layout/IconLabelDescriptionList"/>
    <dgm:cxn modelId="{9739108F-337A-498A-BBF2-8E3BE3FF092E}" type="presParOf" srcId="{4BCDF7B3-3D74-4239-B6C6-897FECDFEDC4}" destId="{338E5033-789A-4F1F-884F-1E35801FF794}" srcOrd="3" destOrd="0" presId="urn:microsoft.com/office/officeart/2018/2/layout/IconLabelDescriptionList"/>
    <dgm:cxn modelId="{B06A8AAC-CF96-4131-BF82-83B79DEDF1AD}" type="presParOf" srcId="{4BCDF7B3-3D74-4239-B6C6-897FECDFEDC4}" destId="{87AAA632-E660-4D83-8E65-004786817B2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D51EE6F-0784-44B6-B76F-2ABB58BDA3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C93E7A-DF60-4B16-AC82-3E0DE009FFC9}">
      <dgm:prSet custT="1"/>
      <dgm:spPr/>
      <dgm:t>
        <a:bodyPr/>
        <a:lstStyle/>
        <a:p>
          <a:r>
            <a:rPr lang="en-GB" sz="1800"/>
            <a:t>A molecule has branches and rings</a:t>
          </a:r>
          <a:endParaRPr lang="en-US" sz="1800"/>
        </a:p>
      </dgm:t>
    </dgm:pt>
    <dgm:pt modelId="{1AE3100E-C7A2-41C6-B762-102852847FAD}" type="parTrans" cxnId="{02101009-736D-48FF-8500-6A276F4C1042}">
      <dgm:prSet/>
      <dgm:spPr/>
      <dgm:t>
        <a:bodyPr/>
        <a:lstStyle/>
        <a:p>
          <a:endParaRPr lang="en-US"/>
        </a:p>
      </dgm:t>
    </dgm:pt>
    <dgm:pt modelId="{87185E5B-1ABB-4746-9F3F-5DEC059BD79F}" type="sibTrans" cxnId="{02101009-736D-48FF-8500-6A276F4C1042}">
      <dgm:prSet/>
      <dgm:spPr/>
      <dgm:t>
        <a:bodyPr/>
        <a:lstStyle/>
        <a:p>
          <a:endParaRPr lang="en-US"/>
        </a:p>
      </dgm:t>
    </dgm:pt>
    <dgm:pt modelId="{FF7C5A23-2308-4EC9-BF53-BDF993DA7F63}">
      <dgm:prSet custT="1"/>
      <dgm:spPr/>
      <dgm:t>
        <a:bodyPr/>
        <a:lstStyle/>
        <a:p>
          <a:r>
            <a:rPr lang="en-GB" sz="1800" dirty="0"/>
            <a:t>SELF-referencing embedded strings (SELFIES)</a:t>
          </a:r>
          <a:r>
            <a:rPr lang="en-GB" sz="1800" baseline="30000" dirty="0"/>
            <a:t>1</a:t>
          </a:r>
          <a:endParaRPr lang="en-US" sz="1800" dirty="0"/>
        </a:p>
      </dgm:t>
    </dgm:pt>
    <dgm:pt modelId="{561330BD-F314-4A55-96CD-F8ED605847BD}" type="parTrans" cxnId="{9C3F56BA-17B1-4E8C-9151-33BB1284B6F9}">
      <dgm:prSet/>
      <dgm:spPr/>
      <dgm:t>
        <a:bodyPr/>
        <a:lstStyle/>
        <a:p>
          <a:endParaRPr lang="en-US"/>
        </a:p>
      </dgm:t>
    </dgm:pt>
    <dgm:pt modelId="{DF53CAF1-A8A0-4100-A392-8160D432B857}" type="sibTrans" cxnId="{9C3F56BA-17B1-4E8C-9151-33BB1284B6F9}">
      <dgm:prSet/>
      <dgm:spPr/>
      <dgm:t>
        <a:bodyPr/>
        <a:lstStyle/>
        <a:p>
          <a:endParaRPr lang="en-US"/>
        </a:p>
      </dgm:t>
    </dgm:pt>
    <dgm:pt modelId="{3875B626-33C7-4ADB-BF77-D232F569B4A2}">
      <dgm:prSet custT="1"/>
      <dgm:spPr/>
      <dgm:t>
        <a:bodyPr/>
        <a:lstStyle/>
        <a:p>
          <a:r>
            <a:rPr lang="en-GB" sz="1800" dirty="0"/>
            <a:t>Always corresponds to correct molecule</a:t>
          </a:r>
          <a:endParaRPr lang="en-US" sz="1800" dirty="0"/>
        </a:p>
      </dgm:t>
    </dgm:pt>
    <dgm:pt modelId="{B2591DBE-E0CD-477D-9F41-AD4DDC8715D3}" type="parTrans" cxnId="{BD61E601-2808-4E24-8A97-8D3BD181F3BA}">
      <dgm:prSet/>
      <dgm:spPr/>
      <dgm:t>
        <a:bodyPr/>
        <a:lstStyle/>
        <a:p>
          <a:endParaRPr lang="en-US"/>
        </a:p>
      </dgm:t>
    </dgm:pt>
    <dgm:pt modelId="{64976694-DCEC-43A9-8ADE-89A46752B008}" type="sibTrans" cxnId="{BD61E601-2808-4E24-8A97-8D3BD181F3BA}">
      <dgm:prSet/>
      <dgm:spPr/>
      <dgm:t>
        <a:bodyPr/>
        <a:lstStyle/>
        <a:p>
          <a:endParaRPr lang="en-US"/>
        </a:p>
      </dgm:t>
    </dgm:pt>
    <dgm:pt modelId="{A14BD14B-3E2B-42D9-98E8-5709B091E81F}" type="pres">
      <dgm:prSet presAssocID="{8D51EE6F-0784-44B6-B76F-2ABB58BDA35E}" presName="linear" presStyleCnt="0">
        <dgm:presLayoutVars>
          <dgm:animLvl val="lvl"/>
          <dgm:resizeHandles val="exact"/>
        </dgm:presLayoutVars>
      </dgm:prSet>
      <dgm:spPr/>
    </dgm:pt>
    <dgm:pt modelId="{FF41CC9A-E9C3-4539-ABC9-044C5E191B1F}" type="pres">
      <dgm:prSet presAssocID="{7DC93E7A-DF60-4B16-AC82-3E0DE009FFC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D6094B-4535-4BC6-A343-F9D564F7D851}" type="pres">
      <dgm:prSet presAssocID="{87185E5B-1ABB-4746-9F3F-5DEC059BD79F}" presName="spacer" presStyleCnt="0"/>
      <dgm:spPr/>
    </dgm:pt>
    <dgm:pt modelId="{24A8D06F-3A88-4D01-9277-10B0F7EBE594}" type="pres">
      <dgm:prSet presAssocID="{FF7C5A23-2308-4EC9-BF53-BDF993DA7F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7D1867-752E-47AE-A18B-ECE21454407D}" type="pres">
      <dgm:prSet presAssocID="{DF53CAF1-A8A0-4100-A392-8160D432B857}" presName="spacer" presStyleCnt="0"/>
      <dgm:spPr/>
    </dgm:pt>
    <dgm:pt modelId="{D91E98B3-819E-4A4F-9CEF-BBAFBDCEACB8}" type="pres">
      <dgm:prSet presAssocID="{3875B626-33C7-4ADB-BF77-D232F569B4A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D61E601-2808-4E24-8A97-8D3BD181F3BA}" srcId="{8D51EE6F-0784-44B6-B76F-2ABB58BDA35E}" destId="{3875B626-33C7-4ADB-BF77-D232F569B4A2}" srcOrd="2" destOrd="0" parTransId="{B2591DBE-E0CD-477D-9F41-AD4DDC8715D3}" sibTransId="{64976694-DCEC-43A9-8ADE-89A46752B008}"/>
    <dgm:cxn modelId="{02101009-736D-48FF-8500-6A276F4C1042}" srcId="{8D51EE6F-0784-44B6-B76F-2ABB58BDA35E}" destId="{7DC93E7A-DF60-4B16-AC82-3E0DE009FFC9}" srcOrd="0" destOrd="0" parTransId="{1AE3100E-C7A2-41C6-B762-102852847FAD}" sibTransId="{87185E5B-1ABB-4746-9F3F-5DEC059BD79F}"/>
    <dgm:cxn modelId="{0CEC4F13-64FB-45C3-B3E2-69EFCB05DECA}" type="presOf" srcId="{3875B626-33C7-4ADB-BF77-D232F569B4A2}" destId="{D91E98B3-819E-4A4F-9CEF-BBAFBDCEACB8}" srcOrd="0" destOrd="0" presId="urn:microsoft.com/office/officeart/2005/8/layout/vList2"/>
    <dgm:cxn modelId="{8C304944-2B07-4691-B7E5-AAF406A6B40B}" type="presOf" srcId="{FF7C5A23-2308-4EC9-BF53-BDF993DA7F63}" destId="{24A8D06F-3A88-4D01-9277-10B0F7EBE594}" srcOrd="0" destOrd="0" presId="urn:microsoft.com/office/officeart/2005/8/layout/vList2"/>
    <dgm:cxn modelId="{7849916E-C6BB-48E3-B509-DA43679AEA9A}" type="presOf" srcId="{8D51EE6F-0784-44B6-B76F-2ABB58BDA35E}" destId="{A14BD14B-3E2B-42D9-98E8-5709B091E81F}" srcOrd="0" destOrd="0" presId="urn:microsoft.com/office/officeart/2005/8/layout/vList2"/>
    <dgm:cxn modelId="{9C3F56BA-17B1-4E8C-9151-33BB1284B6F9}" srcId="{8D51EE6F-0784-44B6-B76F-2ABB58BDA35E}" destId="{FF7C5A23-2308-4EC9-BF53-BDF993DA7F63}" srcOrd="1" destOrd="0" parTransId="{561330BD-F314-4A55-96CD-F8ED605847BD}" sibTransId="{DF53CAF1-A8A0-4100-A392-8160D432B857}"/>
    <dgm:cxn modelId="{7EAEB0C5-2339-4A2E-AD33-D25B4726244D}" type="presOf" srcId="{7DC93E7A-DF60-4B16-AC82-3E0DE009FFC9}" destId="{FF41CC9A-E9C3-4539-ABC9-044C5E191B1F}" srcOrd="0" destOrd="0" presId="urn:microsoft.com/office/officeart/2005/8/layout/vList2"/>
    <dgm:cxn modelId="{BD835049-1A60-47E7-AC8F-373367B5873D}" type="presParOf" srcId="{A14BD14B-3E2B-42D9-98E8-5709B091E81F}" destId="{FF41CC9A-E9C3-4539-ABC9-044C5E191B1F}" srcOrd="0" destOrd="0" presId="urn:microsoft.com/office/officeart/2005/8/layout/vList2"/>
    <dgm:cxn modelId="{18E04EEA-DF30-4521-973E-422C2133220F}" type="presParOf" srcId="{A14BD14B-3E2B-42D9-98E8-5709B091E81F}" destId="{ACD6094B-4535-4BC6-A343-F9D564F7D851}" srcOrd="1" destOrd="0" presId="urn:microsoft.com/office/officeart/2005/8/layout/vList2"/>
    <dgm:cxn modelId="{670A6BE4-DB90-4979-B0AF-E72827C208AB}" type="presParOf" srcId="{A14BD14B-3E2B-42D9-98E8-5709B091E81F}" destId="{24A8D06F-3A88-4D01-9277-10B0F7EBE594}" srcOrd="2" destOrd="0" presId="urn:microsoft.com/office/officeart/2005/8/layout/vList2"/>
    <dgm:cxn modelId="{7D1B5A70-A47A-4C10-80AF-0CAB98E868A9}" type="presParOf" srcId="{A14BD14B-3E2B-42D9-98E8-5709B091E81F}" destId="{CA7D1867-752E-47AE-A18B-ECE21454407D}" srcOrd="3" destOrd="0" presId="urn:microsoft.com/office/officeart/2005/8/layout/vList2"/>
    <dgm:cxn modelId="{1AC18F97-4348-4521-B955-3D44E910144E}" type="presParOf" srcId="{A14BD14B-3E2B-42D9-98E8-5709B091E81F}" destId="{D91E98B3-819E-4A4F-9CEF-BBAFBDCEAC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BC5F319-CBB7-4255-B3C1-BC706CDF85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69AB07-EBDD-4F63-B5DE-351EF2F8FDD7}">
      <dgm:prSet custT="1"/>
      <dgm:spPr/>
      <dgm:t>
        <a:bodyPr/>
        <a:lstStyle/>
        <a:p>
          <a:r>
            <a:rPr lang="en-GB" sz="2000" dirty="0"/>
            <a:t>One previous work</a:t>
          </a:r>
          <a:r>
            <a:rPr lang="en-GB" sz="2000" baseline="30000" dirty="0"/>
            <a:t>1</a:t>
          </a:r>
          <a:r>
            <a:rPr lang="en-GB" sz="2000" dirty="0"/>
            <a:t> used all-atom for protein generation</a:t>
          </a:r>
          <a:r>
            <a:rPr lang="en-GB" sz="2000" baseline="30000" dirty="0"/>
            <a:t> </a:t>
          </a:r>
          <a:endParaRPr lang="en-US" sz="2000" dirty="0"/>
        </a:p>
      </dgm:t>
    </dgm:pt>
    <dgm:pt modelId="{AB695F82-644F-4257-9421-7E9889D29F63}" type="parTrans" cxnId="{7B1AAAD5-7202-4EBC-BDC0-110BBF35CA8E}">
      <dgm:prSet/>
      <dgm:spPr/>
      <dgm:t>
        <a:bodyPr/>
        <a:lstStyle/>
        <a:p>
          <a:endParaRPr lang="en-US"/>
        </a:p>
      </dgm:t>
    </dgm:pt>
    <dgm:pt modelId="{9DBA47A4-456B-4CF9-B22E-1B5794FD1BE2}" type="sibTrans" cxnId="{7B1AAAD5-7202-4EBC-BDC0-110BBF35CA8E}">
      <dgm:prSet/>
      <dgm:spPr/>
      <dgm:t>
        <a:bodyPr/>
        <a:lstStyle/>
        <a:p>
          <a:endParaRPr lang="en-US"/>
        </a:p>
      </dgm:t>
    </dgm:pt>
    <dgm:pt modelId="{709625C3-E30E-49F5-93A3-C3B159E32667}">
      <dgm:prSet custT="1"/>
      <dgm:spPr/>
      <dgm:t>
        <a:bodyPr/>
        <a:lstStyle/>
        <a:p>
          <a:r>
            <a:rPr lang="en-GB" sz="1600" dirty="0"/>
            <a:t>Generate canonical &amp; non-canonical amino acids</a:t>
          </a:r>
          <a:endParaRPr lang="en-US" sz="1600" dirty="0"/>
        </a:p>
      </dgm:t>
    </dgm:pt>
    <dgm:pt modelId="{E37924F1-D75E-4487-A4CB-0B898EB3EF3F}" type="parTrans" cxnId="{87AEB930-F9B0-4FF0-85ED-FD618CFDCCAE}">
      <dgm:prSet/>
      <dgm:spPr/>
      <dgm:t>
        <a:bodyPr/>
        <a:lstStyle/>
        <a:p>
          <a:endParaRPr lang="en-US"/>
        </a:p>
      </dgm:t>
    </dgm:pt>
    <dgm:pt modelId="{810D6FCF-A456-4662-B8B1-0F271C6EAE21}" type="sibTrans" cxnId="{87AEB930-F9B0-4FF0-85ED-FD618CFDCCAE}">
      <dgm:prSet/>
      <dgm:spPr/>
      <dgm:t>
        <a:bodyPr/>
        <a:lstStyle/>
        <a:p>
          <a:endParaRPr lang="en-US"/>
        </a:p>
      </dgm:t>
    </dgm:pt>
    <dgm:pt modelId="{F7275DEB-5AB6-43B5-8E8F-7322BA5C7E2A}">
      <dgm:prSet custT="1"/>
      <dgm:spPr/>
      <dgm:t>
        <a:bodyPr/>
        <a:lstStyle/>
        <a:p>
          <a:r>
            <a:rPr lang="en-GB" sz="1600" dirty="0"/>
            <a:t>GPT approach</a:t>
          </a:r>
          <a:endParaRPr lang="en-US" sz="1600" dirty="0"/>
        </a:p>
      </dgm:t>
    </dgm:pt>
    <dgm:pt modelId="{BAE99320-5EFA-4B1F-8961-4B98E885109D}" type="parTrans" cxnId="{8757F680-FF94-4F0D-A94B-3FCC3D616937}">
      <dgm:prSet/>
      <dgm:spPr/>
      <dgm:t>
        <a:bodyPr/>
        <a:lstStyle/>
        <a:p>
          <a:endParaRPr lang="en-US"/>
        </a:p>
      </dgm:t>
    </dgm:pt>
    <dgm:pt modelId="{1C66E5FE-7847-42C3-A25A-8AF162135463}" type="sibTrans" cxnId="{8757F680-FF94-4F0D-A94B-3FCC3D616937}">
      <dgm:prSet/>
      <dgm:spPr/>
      <dgm:t>
        <a:bodyPr/>
        <a:lstStyle/>
        <a:p>
          <a:endParaRPr lang="en-US"/>
        </a:p>
      </dgm:t>
    </dgm:pt>
    <dgm:pt modelId="{788C0139-059F-496C-9799-D3F7BD24EF72}">
      <dgm:prSet custT="1"/>
      <dgm:spPr/>
      <dgm:t>
        <a:bodyPr/>
        <a:lstStyle/>
        <a:p>
          <a:r>
            <a:rPr lang="en-GB" sz="1600" dirty="0"/>
            <a:t>No detailed analysis</a:t>
          </a:r>
          <a:endParaRPr lang="en-US" sz="1600" dirty="0"/>
        </a:p>
      </dgm:t>
    </dgm:pt>
    <dgm:pt modelId="{856FFCCF-3784-4996-9B89-D83DBD701D64}" type="parTrans" cxnId="{D836B5D6-3569-4E77-BB84-3704179E8762}">
      <dgm:prSet/>
      <dgm:spPr/>
      <dgm:t>
        <a:bodyPr/>
        <a:lstStyle/>
        <a:p>
          <a:endParaRPr lang="en-US"/>
        </a:p>
      </dgm:t>
    </dgm:pt>
    <dgm:pt modelId="{7B188897-8373-4A78-B6E7-BE74D8F80110}" type="sibTrans" cxnId="{D836B5D6-3569-4E77-BB84-3704179E8762}">
      <dgm:prSet/>
      <dgm:spPr/>
      <dgm:t>
        <a:bodyPr/>
        <a:lstStyle/>
        <a:p>
          <a:endParaRPr lang="en-US"/>
        </a:p>
      </dgm:t>
    </dgm:pt>
    <dgm:pt modelId="{B6F8A7CF-26CB-4283-8214-95554234EA2D}">
      <dgm:prSet custT="1"/>
      <dgm:spPr/>
      <dgm:t>
        <a:bodyPr/>
        <a:lstStyle/>
        <a:p>
          <a:r>
            <a:rPr lang="en-GB" sz="2000" dirty="0"/>
            <a:t>Other work on smaller molecules</a:t>
          </a:r>
          <a:r>
            <a:rPr lang="en-GB" sz="2000" baseline="30000" dirty="0"/>
            <a:t>2</a:t>
          </a:r>
          <a:r>
            <a:rPr lang="en-GB" sz="2000" dirty="0"/>
            <a:t> and polymers</a:t>
          </a:r>
          <a:r>
            <a:rPr lang="en-GB" sz="2000" baseline="30000" dirty="0"/>
            <a:t>3</a:t>
          </a:r>
          <a:endParaRPr lang="en-US" sz="2000" dirty="0"/>
        </a:p>
      </dgm:t>
    </dgm:pt>
    <dgm:pt modelId="{A3B39CB4-3AEA-4B9F-9CE5-25F80FA27E56}" type="parTrans" cxnId="{FAAAAE71-0E9B-4711-A4EC-15240440A9B6}">
      <dgm:prSet/>
      <dgm:spPr/>
      <dgm:t>
        <a:bodyPr/>
        <a:lstStyle/>
        <a:p>
          <a:endParaRPr lang="en-US"/>
        </a:p>
      </dgm:t>
    </dgm:pt>
    <dgm:pt modelId="{7A68309E-436F-4A8D-A769-AAAC114DF9DA}" type="sibTrans" cxnId="{FAAAAE71-0E9B-4711-A4EC-15240440A9B6}">
      <dgm:prSet/>
      <dgm:spPr/>
      <dgm:t>
        <a:bodyPr/>
        <a:lstStyle/>
        <a:p>
          <a:endParaRPr lang="en-US"/>
        </a:p>
      </dgm:t>
    </dgm:pt>
    <dgm:pt modelId="{B8DF2EE5-394B-4204-AAE9-EE334CA3BE9F}" type="pres">
      <dgm:prSet presAssocID="{1BC5F319-CBB7-4255-B3C1-BC706CDF8546}" presName="linear" presStyleCnt="0">
        <dgm:presLayoutVars>
          <dgm:animLvl val="lvl"/>
          <dgm:resizeHandles val="exact"/>
        </dgm:presLayoutVars>
      </dgm:prSet>
      <dgm:spPr/>
    </dgm:pt>
    <dgm:pt modelId="{0E95F43C-DE57-49C9-BB92-BAEA1EE7E6F4}" type="pres">
      <dgm:prSet presAssocID="{0269AB07-EBDD-4F63-B5DE-351EF2F8FDD7}" presName="parentText" presStyleLbl="node1" presStyleIdx="0" presStyleCnt="2" custScaleY="43195">
        <dgm:presLayoutVars>
          <dgm:chMax val="0"/>
          <dgm:bulletEnabled val="1"/>
        </dgm:presLayoutVars>
      </dgm:prSet>
      <dgm:spPr/>
    </dgm:pt>
    <dgm:pt modelId="{AA58C9DF-3BBA-4F5C-B228-32FDC3727826}" type="pres">
      <dgm:prSet presAssocID="{0269AB07-EBDD-4F63-B5DE-351EF2F8FDD7}" presName="childText" presStyleLbl="revTx" presStyleIdx="0" presStyleCnt="1">
        <dgm:presLayoutVars>
          <dgm:bulletEnabled val="1"/>
        </dgm:presLayoutVars>
      </dgm:prSet>
      <dgm:spPr/>
    </dgm:pt>
    <dgm:pt modelId="{89F86D4F-A687-4666-83AB-D3A541E67192}" type="pres">
      <dgm:prSet presAssocID="{B6F8A7CF-26CB-4283-8214-95554234EA2D}" presName="parentText" presStyleLbl="node1" presStyleIdx="1" presStyleCnt="2" custScaleY="43195">
        <dgm:presLayoutVars>
          <dgm:chMax val="0"/>
          <dgm:bulletEnabled val="1"/>
        </dgm:presLayoutVars>
      </dgm:prSet>
      <dgm:spPr/>
    </dgm:pt>
  </dgm:ptLst>
  <dgm:cxnLst>
    <dgm:cxn modelId="{3CB9D20A-8DAF-4B74-92F3-8993278D9619}" type="presOf" srcId="{F7275DEB-5AB6-43B5-8E8F-7322BA5C7E2A}" destId="{AA58C9DF-3BBA-4F5C-B228-32FDC3727826}" srcOrd="0" destOrd="1" presId="urn:microsoft.com/office/officeart/2005/8/layout/vList2"/>
    <dgm:cxn modelId="{87AEB930-F9B0-4FF0-85ED-FD618CFDCCAE}" srcId="{0269AB07-EBDD-4F63-B5DE-351EF2F8FDD7}" destId="{709625C3-E30E-49F5-93A3-C3B159E32667}" srcOrd="0" destOrd="0" parTransId="{E37924F1-D75E-4487-A4CB-0B898EB3EF3F}" sibTransId="{810D6FCF-A456-4662-B8B1-0F271C6EAE21}"/>
    <dgm:cxn modelId="{AFC8E741-E37E-420B-9FFD-50672BF3EFA9}" type="presOf" srcId="{709625C3-E30E-49F5-93A3-C3B159E32667}" destId="{AA58C9DF-3BBA-4F5C-B228-32FDC3727826}" srcOrd="0" destOrd="0" presId="urn:microsoft.com/office/officeart/2005/8/layout/vList2"/>
    <dgm:cxn modelId="{D950F26D-6398-4951-8C52-28E79F12F210}" type="presOf" srcId="{1BC5F319-CBB7-4255-B3C1-BC706CDF8546}" destId="{B8DF2EE5-394B-4204-AAE9-EE334CA3BE9F}" srcOrd="0" destOrd="0" presId="urn:microsoft.com/office/officeart/2005/8/layout/vList2"/>
    <dgm:cxn modelId="{FAAAAE71-0E9B-4711-A4EC-15240440A9B6}" srcId="{1BC5F319-CBB7-4255-B3C1-BC706CDF8546}" destId="{B6F8A7CF-26CB-4283-8214-95554234EA2D}" srcOrd="1" destOrd="0" parTransId="{A3B39CB4-3AEA-4B9F-9CE5-25F80FA27E56}" sibTransId="{7A68309E-436F-4A8D-A769-AAAC114DF9DA}"/>
    <dgm:cxn modelId="{BC83F372-C13F-496D-8A1B-7CD36BD06637}" type="presOf" srcId="{B6F8A7CF-26CB-4283-8214-95554234EA2D}" destId="{89F86D4F-A687-4666-83AB-D3A541E67192}" srcOrd="0" destOrd="0" presId="urn:microsoft.com/office/officeart/2005/8/layout/vList2"/>
    <dgm:cxn modelId="{8757F680-FF94-4F0D-A94B-3FCC3D616937}" srcId="{0269AB07-EBDD-4F63-B5DE-351EF2F8FDD7}" destId="{F7275DEB-5AB6-43B5-8E8F-7322BA5C7E2A}" srcOrd="1" destOrd="0" parTransId="{BAE99320-5EFA-4B1F-8961-4B98E885109D}" sibTransId="{1C66E5FE-7847-42C3-A25A-8AF162135463}"/>
    <dgm:cxn modelId="{DC2652B1-0AD2-4453-9DC2-0C97EAE8A859}" type="presOf" srcId="{0269AB07-EBDD-4F63-B5DE-351EF2F8FDD7}" destId="{0E95F43C-DE57-49C9-BB92-BAEA1EE7E6F4}" srcOrd="0" destOrd="0" presId="urn:microsoft.com/office/officeart/2005/8/layout/vList2"/>
    <dgm:cxn modelId="{7B1AAAD5-7202-4EBC-BDC0-110BBF35CA8E}" srcId="{1BC5F319-CBB7-4255-B3C1-BC706CDF8546}" destId="{0269AB07-EBDD-4F63-B5DE-351EF2F8FDD7}" srcOrd="0" destOrd="0" parTransId="{AB695F82-644F-4257-9421-7E9889D29F63}" sibTransId="{9DBA47A4-456B-4CF9-B22E-1B5794FD1BE2}"/>
    <dgm:cxn modelId="{D836B5D6-3569-4E77-BB84-3704179E8762}" srcId="{0269AB07-EBDD-4F63-B5DE-351EF2F8FDD7}" destId="{788C0139-059F-496C-9799-D3F7BD24EF72}" srcOrd="2" destOrd="0" parTransId="{856FFCCF-3784-4996-9B89-D83DBD701D64}" sibTransId="{7B188897-8373-4A78-B6E7-BE74D8F80110}"/>
    <dgm:cxn modelId="{B136D3FD-8081-4FB3-94AC-2A08C63E5CD6}" type="presOf" srcId="{788C0139-059F-496C-9799-D3F7BD24EF72}" destId="{AA58C9DF-3BBA-4F5C-B228-32FDC3727826}" srcOrd="0" destOrd="2" presId="urn:microsoft.com/office/officeart/2005/8/layout/vList2"/>
    <dgm:cxn modelId="{CBC4FCCB-FC51-4478-9B50-59AA2484B1B1}" type="presParOf" srcId="{B8DF2EE5-394B-4204-AAE9-EE334CA3BE9F}" destId="{0E95F43C-DE57-49C9-BB92-BAEA1EE7E6F4}" srcOrd="0" destOrd="0" presId="urn:microsoft.com/office/officeart/2005/8/layout/vList2"/>
    <dgm:cxn modelId="{01C3A850-3E68-4279-9644-4BA046E27C77}" type="presParOf" srcId="{B8DF2EE5-394B-4204-AAE9-EE334CA3BE9F}" destId="{AA58C9DF-3BBA-4F5C-B228-32FDC3727826}" srcOrd="1" destOrd="0" presId="urn:microsoft.com/office/officeart/2005/8/layout/vList2"/>
    <dgm:cxn modelId="{0BAD258B-6395-4DCB-A7B7-0E3B10439357}" type="presParOf" srcId="{B8DF2EE5-394B-4204-AAE9-EE334CA3BE9F}" destId="{89F86D4F-A687-4666-83AB-D3A541E6719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BC5F319-CBB7-4255-B3C1-BC706CDF85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69AB07-EBDD-4F63-B5DE-351EF2F8FDD7}">
      <dgm:prSet custT="1"/>
      <dgm:spPr/>
      <dgm:t>
        <a:bodyPr/>
        <a:lstStyle/>
        <a:p>
          <a:r>
            <a:rPr lang="en-GB" sz="2000" dirty="0"/>
            <a:t>Co-design of sequence &amp; structure</a:t>
          </a:r>
          <a:r>
            <a:rPr lang="en-GB" sz="2000" baseline="30000" dirty="0"/>
            <a:t>1,2,3</a:t>
          </a:r>
          <a:endParaRPr lang="en-US" sz="2000" dirty="0"/>
        </a:p>
      </dgm:t>
    </dgm:pt>
    <dgm:pt modelId="{AB695F82-644F-4257-9421-7E9889D29F63}" type="parTrans" cxnId="{7B1AAAD5-7202-4EBC-BDC0-110BBF35CA8E}">
      <dgm:prSet/>
      <dgm:spPr/>
      <dgm:t>
        <a:bodyPr/>
        <a:lstStyle/>
        <a:p>
          <a:endParaRPr lang="en-US"/>
        </a:p>
      </dgm:t>
    </dgm:pt>
    <dgm:pt modelId="{9DBA47A4-456B-4CF9-B22E-1B5794FD1BE2}" type="sibTrans" cxnId="{7B1AAAD5-7202-4EBC-BDC0-110BBF35CA8E}">
      <dgm:prSet/>
      <dgm:spPr/>
      <dgm:t>
        <a:bodyPr/>
        <a:lstStyle/>
        <a:p>
          <a:endParaRPr lang="en-US"/>
        </a:p>
      </dgm:t>
    </dgm:pt>
    <dgm:pt modelId="{E06FF516-F263-4917-A8FD-D7BC145B79B8}">
      <dgm:prSet custT="1"/>
      <dgm:spPr/>
      <dgm:t>
        <a:bodyPr/>
        <a:lstStyle/>
        <a:p>
          <a:r>
            <a:rPr lang="en-GB" sz="1600" dirty="0"/>
            <a:t>Complete or partial structure by all-atom location in 3D space</a:t>
          </a:r>
        </a:p>
      </dgm:t>
    </dgm:pt>
    <dgm:pt modelId="{9C10D3F7-CF42-4E08-A4F0-9B6864285F56}" type="parTrans" cxnId="{062F41CC-B662-4FF8-8074-EB354AF72FF3}">
      <dgm:prSet/>
      <dgm:spPr/>
      <dgm:t>
        <a:bodyPr/>
        <a:lstStyle/>
        <a:p>
          <a:endParaRPr lang="en-GB"/>
        </a:p>
      </dgm:t>
    </dgm:pt>
    <dgm:pt modelId="{8DBC9FAC-95C4-46D1-97B3-4A38998B1FF2}" type="sibTrans" cxnId="{062F41CC-B662-4FF8-8074-EB354AF72FF3}">
      <dgm:prSet/>
      <dgm:spPr/>
      <dgm:t>
        <a:bodyPr/>
        <a:lstStyle/>
        <a:p>
          <a:endParaRPr lang="en-GB"/>
        </a:p>
      </dgm:t>
    </dgm:pt>
    <dgm:pt modelId="{E596ACB1-56DE-4AEA-B8FE-8B61B478B988}">
      <dgm:prSet custT="1"/>
      <dgm:spPr/>
      <dgm:t>
        <a:bodyPr/>
        <a:lstStyle/>
        <a:p>
          <a:r>
            <a:rPr lang="en-GB" sz="1600" dirty="0"/>
            <a:t>Sequence by amino acids</a:t>
          </a:r>
        </a:p>
      </dgm:t>
    </dgm:pt>
    <dgm:pt modelId="{1743EF04-A18D-4C8F-89F2-3875D76B0880}" type="parTrans" cxnId="{F820720F-F363-470E-88F7-03E2507C633E}">
      <dgm:prSet/>
      <dgm:spPr/>
      <dgm:t>
        <a:bodyPr/>
        <a:lstStyle/>
        <a:p>
          <a:endParaRPr lang="en-GB"/>
        </a:p>
      </dgm:t>
    </dgm:pt>
    <dgm:pt modelId="{86CF9825-EE6A-4A0B-BE2D-C13017C7102A}" type="sibTrans" cxnId="{F820720F-F363-470E-88F7-03E2507C633E}">
      <dgm:prSet/>
      <dgm:spPr/>
      <dgm:t>
        <a:bodyPr/>
        <a:lstStyle/>
        <a:p>
          <a:endParaRPr lang="en-GB"/>
        </a:p>
      </dgm:t>
    </dgm:pt>
    <dgm:pt modelId="{2646F6DF-347D-4841-923C-1181CC020B57}">
      <dgm:prSet custT="1"/>
      <dgm:spPr/>
      <dgm:t>
        <a:bodyPr/>
        <a:lstStyle/>
        <a:p>
          <a:r>
            <a:rPr lang="en-GB" sz="1600" dirty="0"/>
            <a:t>Diffusion or language models</a:t>
          </a:r>
        </a:p>
      </dgm:t>
    </dgm:pt>
    <dgm:pt modelId="{34F4CBE2-5A71-4A65-A6FE-BA267BFF75F2}" type="parTrans" cxnId="{FDA60480-E4F5-4863-A07C-F02F357DA0AA}">
      <dgm:prSet/>
      <dgm:spPr/>
      <dgm:t>
        <a:bodyPr/>
        <a:lstStyle/>
        <a:p>
          <a:endParaRPr lang="en-GB"/>
        </a:p>
      </dgm:t>
    </dgm:pt>
    <dgm:pt modelId="{0DB73376-F688-42A5-9029-6EC649B9CE3B}" type="sibTrans" cxnId="{FDA60480-E4F5-4863-A07C-F02F357DA0AA}">
      <dgm:prSet/>
      <dgm:spPr/>
      <dgm:t>
        <a:bodyPr/>
        <a:lstStyle/>
        <a:p>
          <a:endParaRPr lang="en-GB"/>
        </a:p>
      </dgm:t>
    </dgm:pt>
    <dgm:pt modelId="{4CAC089C-506A-4783-8809-F7AE490C98C8}">
      <dgm:prSet custT="1"/>
      <dgm:spPr/>
      <dgm:t>
        <a:bodyPr/>
        <a:lstStyle/>
        <a:p>
          <a:r>
            <a:rPr lang="en-GB" sz="2000" dirty="0"/>
            <a:t>Design of structure</a:t>
          </a:r>
          <a:r>
            <a:rPr lang="en-GB" sz="2000" baseline="30000" dirty="0"/>
            <a:t>4</a:t>
          </a:r>
          <a:endParaRPr lang="en-GB" sz="2000" dirty="0"/>
        </a:p>
      </dgm:t>
    </dgm:pt>
    <dgm:pt modelId="{5FE7C44C-14C2-403A-90F6-810BED6EB053}" type="parTrans" cxnId="{9CAB590C-4D49-401B-8082-699142F7E520}">
      <dgm:prSet/>
      <dgm:spPr/>
      <dgm:t>
        <a:bodyPr/>
        <a:lstStyle/>
        <a:p>
          <a:endParaRPr lang="en-GB"/>
        </a:p>
      </dgm:t>
    </dgm:pt>
    <dgm:pt modelId="{B7D6AEA1-B594-4AF0-8E8C-70A1DF3CD57C}" type="sibTrans" cxnId="{9CAB590C-4D49-401B-8082-699142F7E520}">
      <dgm:prSet/>
      <dgm:spPr/>
      <dgm:t>
        <a:bodyPr/>
        <a:lstStyle/>
        <a:p>
          <a:endParaRPr lang="en-GB"/>
        </a:p>
      </dgm:t>
    </dgm:pt>
    <dgm:pt modelId="{8727A023-F3D1-4967-A1D5-2CE3ABE6C227}">
      <dgm:prSet custT="1"/>
      <dgm:spPr/>
      <dgm:t>
        <a:bodyPr/>
        <a:lstStyle/>
        <a:p>
          <a:r>
            <a:rPr lang="en-GB" sz="1600" dirty="0"/>
            <a:t>Part of structure by all-atom location in 3D space</a:t>
          </a:r>
        </a:p>
      </dgm:t>
    </dgm:pt>
    <dgm:pt modelId="{16D7A051-FE92-41AD-AFF1-9B87260E58FE}" type="parTrans" cxnId="{6557FE7B-829E-4037-A71A-80185AFBC99E}">
      <dgm:prSet/>
      <dgm:spPr/>
      <dgm:t>
        <a:bodyPr/>
        <a:lstStyle/>
        <a:p>
          <a:endParaRPr lang="en-GB"/>
        </a:p>
      </dgm:t>
    </dgm:pt>
    <dgm:pt modelId="{B3281861-E769-430B-9BB1-955526EA92B2}" type="sibTrans" cxnId="{6557FE7B-829E-4037-A71A-80185AFBC99E}">
      <dgm:prSet/>
      <dgm:spPr/>
      <dgm:t>
        <a:bodyPr/>
        <a:lstStyle/>
        <a:p>
          <a:endParaRPr lang="en-GB"/>
        </a:p>
      </dgm:t>
    </dgm:pt>
    <dgm:pt modelId="{6E03736A-764E-4853-A311-5A5C31666085}">
      <dgm:prSet custT="1"/>
      <dgm:spPr/>
      <dgm:t>
        <a:bodyPr/>
        <a:lstStyle/>
        <a:p>
          <a:r>
            <a:rPr lang="en-GB" sz="2000" dirty="0"/>
            <a:t>Interacting molecules</a:t>
          </a:r>
          <a:r>
            <a:rPr lang="en-GB" sz="2000" baseline="30000" dirty="0"/>
            <a:t>5,6</a:t>
          </a:r>
          <a:endParaRPr lang="en-GB" sz="2000" dirty="0"/>
        </a:p>
      </dgm:t>
    </dgm:pt>
    <dgm:pt modelId="{139657A1-5320-481D-A895-2C88F24F6626}" type="parTrans" cxnId="{BEC59514-D53B-4C84-BBF4-D2C8345F5288}">
      <dgm:prSet/>
      <dgm:spPr/>
      <dgm:t>
        <a:bodyPr/>
        <a:lstStyle/>
        <a:p>
          <a:endParaRPr lang="en-GB"/>
        </a:p>
      </dgm:t>
    </dgm:pt>
    <dgm:pt modelId="{90C2DF14-9F35-405D-8913-E56F5B64F67F}" type="sibTrans" cxnId="{BEC59514-D53B-4C84-BBF4-D2C8345F5288}">
      <dgm:prSet/>
      <dgm:spPr/>
      <dgm:t>
        <a:bodyPr/>
        <a:lstStyle/>
        <a:p>
          <a:endParaRPr lang="en-GB"/>
        </a:p>
      </dgm:t>
    </dgm:pt>
    <dgm:pt modelId="{8BE50591-48B9-4BA5-BBE1-51B1A722EEED}">
      <dgm:prSet custT="1"/>
      <dgm:spPr/>
      <dgm:t>
        <a:bodyPr/>
        <a:lstStyle/>
        <a:p>
          <a:r>
            <a:rPr lang="en-GB" sz="1600" dirty="0"/>
            <a:t>Interacting molecules by all atom</a:t>
          </a:r>
        </a:p>
      </dgm:t>
    </dgm:pt>
    <dgm:pt modelId="{A0843400-19CC-4DD4-BA95-DAA677FD2359}" type="parTrans" cxnId="{E756D176-9118-45D4-984E-C10FDA52B42B}">
      <dgm:prSet/>
      <dgm:spPr/>
      <dgm:t>
        <a:bodyPr/>
        <a:lstStyle/>
        <a:p>
          <a:endParaRPr lang="en-GB"/>
        </a:p>
      </dgm:t>
    </dgm:pt>
    <dgm:pt modelId="{8521117E-1BF2-4524-A5D2-284A2297F072}" type="sibTrans" cxnId="{E756D176-9118-45D4-984E-C10FDA52B42B}">
      <dgm:prSet/>
      <dgm:spPr/>
      <dgm:t>
        <a:bodyPr/>
        <a:lstStyle/>
        <a:p>
          <a:endParaRPr lang="en-GB"/>
        </a:p>
      </dgm:t>
    </dgm:pt>
    <dgm:pt modelId="{FDFAF550-03A4-490B-9004-20B829BC1AE7}">
      <dgm:prSet custT="1"/>
      <dgm:spPr/>
      <dgm:t>
        <a:bodyPr/>
        <a:lstStyle/>
        <a:p>
          <a:r>
            <a:rPr lang="en-GB" sz="1600" dirty="0"/>
            <a:t>Sequence by amino acids</a:t>
          </a:r>
        </a:p>
      </dgm:t>
    </dgm:pt>
    <dgm:pt modelId="{55195A2C-0C0D-4D7D-B58D-C488F03D989B}" type="parTrans" cxnId="{10A1442E-44FE-4165-A6E0-A22E01EB599F}">
      <dgm:prSet/>
      <dgm:spPr/>
      <dgm:t>
        <a:bodyPr/>
        <a:lstStyle/>
        <a:p>
          <a:endParaRPr lang="en-GB"/>
        </a:p>
      </dgm:t>
    </dgm:pt>
    <dgm:pt modelId="{FACC0F0E-D496-43A3-AF9D-173A3CB24600}" type="sibTrans" cxnId="{10A1442E-44FE-4165-A6E0-A22E01EB599F}">
      <dgm:prSet/>
      <dgm:spPr/>
      <dgm:t>
        <a:bodyPr/>
        <a:lstStyle/>
        <a:p>
          <a:endParaRPr lang="en-GB"/>
        </a:p>
      </dgm:t>
    </dgm:pt>
    <dgm:pt modelId="{B8DF2EE5-394B-4204-AAE9-EE334CA3BE9F}" type="pres">
      <dgm:prSet presAssocID="{1BC5F319-CBB7-4255-B3C1-BC706CDF8546}" presName="linear" presStyleCnt="0">
        <dgm:presLayoutVars>
          <dgm:animLvl val="lvl"/>
          <dgm:resizeHandles val="exact"/>
        </dgm:presLayoutVars>
      </dgm:prSet>
      <dgm:spPr/>
    </dgm:pt>
    <dgm:pt modelId="{0E95F43C-DE57-49C9-BB92-BAEA1EE7E6F4}" type="pres">
      <dgm:prSet presAssocID="{0269AB07-EBDD-4F63-B5DE-351EF2F8FDD7}" presName="parentText" presStyleLbl="node1" presStyleIdx="0" presStyleCnt="3" custScaleY="99758">
        <dgm:presLayoutVars>
          <dgm:chMax val="0"/>
          <dgm:bulletEnabled val="1"/>
        </dgm:presLayoutVars>
      </dgm:prSet>
      <dgm:spPr/>
    </dgm:pt>
    <dgm:pt modelId="{AA58C9DF-3BBA-4F5C-B228-32FDC3727826}" type="pres">
      <dgm:prSet presAssocID="{0269AB07-EBDD-4F63-B5DE-351EF2F8FDD7}" presName="childText" presStyleLbl="revTx" presStyleIdx="0" presStyleCnt="3">
        <dgm:presLayoutVars>
          <dgm:bulletEnabled val="1"/>
        </dgm:presLayoutVars>
      </dgm:prSet>
      <dgm:spPr/>
    </dgm:pt>
    <dgm:pt modelId="{63841032-C0AE-44AC-8AA6-265F275E9C24}" type="pres">
      <dgm:prSet presAssocID="{4CAC089C-506A-4783-8809-F7AE490C98C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76EFD3-C549-4EB8-95C1-73566BBDB833}" type="pres">
      <dgm:prSet presAssocID="{4CAC089C-506A-4783-8809-F7AE490C98C8}" presName="childText" presStyleLbl="revTx" presStyleIdx="1" presStyleCnt="3">
        <dgm:presLayoutVars>
          <dgm:bulletEnabled val="1"/>
        </dgm:presLayoutVars>
      </dgm:prSet>
      <dgm:spPr/>
    </dgm:pt>
    <dgm:pt modelId="{ACDECF4E-A682-4279-B0E1-CEFF26B295FB}" type="pres">
      <dgm:prSet presAssocID="{6E03736A-764E-4853-A311-5A5C3166608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CA021A5-2D9B-475D-9B75-0F22AB6C859C}" type="pres">
      <dgm:prSet presAssocID="{6E03736A-764E-4853-A311-5A5C3166608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2983E01-A873-46E2-BDD0-4CD3A102F978}" type="presOf" srcId="{E596ACB1-56DE-4AEA-B8FE-8B61B478B988}" destId="{AA58C9DF-3BBA-4F5C-B228-32FDC3727826}" srcOrd="0" destOrd="1" presId="urn:microsoft.com/office/officeart/2005/8/layout/vList2"/>
    <dgm:cxn modelId="{D0B2E605-1C96-44AA-9FB4-AC4C821E130A}" type="presOf" srcId="{4CAC089C-506A-4783-8809-F7AE490C98C8}" destId="{63841032-C0AE-44AC-8AA6-265F275E9C24}" srcOrd="0" destOrd="0" presId="urn:microsoft.com/office/officeart/2005/8/layout/vList2"/>
    <dgm:cxn modelId="{9CAB590C-4D49-401B-8082-699142F7E520}" srcId="{1BC5F319-CBB7-4255-B3C1-BC706CDF8546}" destId="{4CAC089C-506A-4783-8809-F7AE490C98C8}" srcOrd="1" destOrd="0" parTransId="{5FE7C44C-14C2-403A-90F6-810BED6EB053}" sibTransId="{B7D6AEA1-B594-4AF0-8E8C-70A1DF3CD57C}"/>
    <dgm:cxn modelId="{F820720F-F363-470E-88F7-03E2507C633E}" srcId="{0269AB07-EBDD-4F63-B5DE-351EF2F8FDD7}" destId="{E596ACB1-56DE-4AEA-B8FE-8B61B478B988}" srcOrd="1" destOrd="0" parTransId="{1743EF04-A18D-4C8F-89F2-3875D76B0880}" sibTransId="{86CF9825-EE6A-4A0B-BE2D-C13017C7102A}"/>
    <dgm:cxn modelId="{BEC59514-D53B-4C84-BBF4-D2C8345F5288}" srcId="{1BC5F319-CBB7-4255-B3C1-BC706CDF8546}" destId="{6E03736A-764E-4853-A311-5A5C31666085}" srcOrd="2" destOrd="0" parTransId="{139657A1-5320-481D-A895-2C88F24F6626}" sibTransId="{90C2DF14-9F35-405D-8913-E56F5B64F67F}"/>
    <dgm:cxn modelId="{10A1442E-44FE-4165-A6E0-A22E01EB599F}" srcId="{6E03736A-764E-4853-A311-5A5C31666085}" destId="{FDFAF550-03A4-490B-9004-20B829BC1AE7}" srcOrd="1" destOrd="0" parTransId="{55195A2C-0C0D-4D7D-B58D-C488F03D989B}" sibTransId="{FACC0F0E-D496-43A3-AF9D-173A3CB24600}"/>
    <dgm:cxn modelId="{12ACBD42-9013-4450-BD91-3358A16F009B}" type="presOf" srcId="{FDFAF550-03A4-490B-9004-20B829BC1AE7}" destId="{0CA021A5-2D9B-475D-9B75-0F22AB6C859C}" srcOrd="0" destOrd="1" presId="urn:microsoft.com/office/officeart/2005/8/layout/vList2"/>
    <dgm:cxn modelId="{A26EDC46-2B19-4543-981A-6EE9795C9428}" type="presOf" srcId="{8727A023-F3D1-4967-A1D5-2CE3ABE6C227}" destId="{9C76EFD3-C549-4EB8-95C1-73566BBDB833}" srcOrd="0" destOrd="0" presId="urn:microsoft.com/office/officeart/2005/8/layout/vList2"/>
    <dgm:cxn modelId="{98CAE247-D71C-49D1-A5CE-B8C21F44A21D}" type="presOf" srcId="{6E03736A-764E-4853-A311-5A5C31666085}" destId="{ACDECF4E-A682-4279-B0E1-CEFF26B295FB}" srcOrd="0" destOrd="0" presId="urn:microsoft.com/office/officeart/2005/8/layout/vList2"/>
    <dgm:cxn modelId="{D950F26D-6398-4951-8C52-28E79F12F210}" type="presOf" srcId="{1BC5F319-CBB7-4255-B3C1-BC706CDF8546}" destId="{B8DF2EE5-394B-4204-AAE9-EE334CA3BE9F}" srcOrd="0" destOrd="0" presId="urn:microsoft.com/office/officeart/2005/8/layout/vList2"/>
    <dgm:cxn modelId="{E756D176-9118-45D4-984E-C10FDA52B42B}" srcId="{6E03736A-764E-4853-A311-5A5C31666085}" destId="{8BE50591-48B9-4BA5-BBE1-51B1A722EEED}" srcOrd="0" destOrd="0" parTransId="{A0843400-19CC-4DD4-BA95-DAA677FD2359}" sibTransId="{8521117E-1BF2-4524-A5D2-284A2297F072}"/>
    <dgm:cxn modelId="{6557FE7B-829E-4037-A71A-80185AFBC99E}" srcId="{4CAC089C-506A-4783-8809-F7AE490C98C8}" destId="{8727A023-F3D1-4967-A1D5-2CE3ABE6C227}" srcOrd="0" destOrd="0" parTransId="{16D7A051-FE92-41AD-AFF1-9B87260E58FE}" sibTransId="{B3281861-E769-430B-9BB1-955526EA92B2}"/>
    <dgm:cxn modelId="{FDA60480-E4F5-4863-A07C-F02F357DA0AA}" srcId="{0269AB07-EBDD-4F63-B5DE-351EF2F8FDD7}" destId="{2646F6DF-347D-4841-923C-1181CC020B57}" srcOrd="2" destOrd="0" parTransId="{34F4CBE2-5A71-4A65-A6FE-BA267BFF75F2}" sibTransId="{0DB73376-F688-42A5-9029-6EC649B9CE3B}"/>
    <dgm:cxn modelId="{DC2652B1-0AD2-4453-9DC2-0C97EAE8A859}" type="presOf" srcId="{0269AB07-EBDD-4F63-B5DE-351EF2F8FDD7}" destId="{0E95F43C-DE57-49C9-BB92-BAEA1EE7E6F4}" srcOrd="0" destOrd="0" presId="urn:microsoft.com/office/officeart/2005/8/layout/vList2"/>
    <dgm:cxn modelId="{062F41CC-B662-4FF8-8074-EB354AF72FF3}" srcId="{0269AB07-EBDD-4F63-B5DE-351EF2F8FDD7}" destId="{E06FF516-F263-4917-A8FD-D7BC145B79B8}" srcOrd="0" destOrd="0" parTransId="{9C10D3F7-CF42-4E08-A4F0-9B6864285F56}" sibTransId="{8DBC9FAC-95C4-46D1-97B3-4A38998B1FF2}"/>
    <dgm:cxn modelId="{7B1AAAD5-7202-4EBC-BDC0-110BBF35CA8E}" srcId="{1BC5F319-CBB7-4255-B3C1-BC706CDF8546}" destId="{0269AB07-EBDD-4F63-B5DE-351EF2F8FDD7}" srcOrd="0" destOrd="0" parTransId="{AB695F82-644F-4257-9421-7E9889D29F63}" sibTransId="{9DBA47A4-456B-4CF9-B22E-1B5794FD1BE2}"/>
    <dgm:cxn modelId="{6670A0E1-D9EF-46B8-B876-A4580A0C23BD}" type="presOf" srcId="{8BE50591-48B9-4BA5-BBE1-51B1A722EEED}" destId="{0CA021A5-2D9B-475D-9B75-0F22AB6C859C}" srcOrd="0" destOrd="0" presId="urn:microsoft.com/office/officeart/2005/8/layout/vList2"/>
    <dgm:cxn modelId="{C1CA66E2-C737-4B33-ACA3-094950BB5A24}" type="presOf" srcId="{E06FF516-F263-4917-A8FD-D7BC145B79B8}" destId="{AA58C9DF-3BBA-4F5C-B228-32FDC3727826}" srcOrd="0" destOrd="0" presId="urn:microsoft.com/office/officeart/2005/8/layout/vList2"/>
    <dgm:cxn modelId="{63A7E7F5-56A7-4DF3-AFAE-7678CA07C8BB}" type="presOf" srcId="{2646F6DF-347D-4841-923C-1181CC020B57}" destId="{AA58C9DF-3BBA-4F5C-B228-32FDC3727826}" srcOrd="0" destOrd="2" presId="urn:microsoft.com/office/officeart/2005/8/layout/vList2"/>
    <dgm:cxn modelId="{CBC4FCCB-FC51-4478-9B50-59AA2484B1B1}" type="presParOf" srcId="{B8DF2EE5-394B-4204-AAE9-EE334CA3BE9F}" destId="{0E95F43C-DE57-49C9-BB92-BAEA1EE7E6F4}" srcOrd="0" destOrd="0" presId="urn:microsoft.com/office/officeart/2005/8/layout/vList2"/>
    <dgm:cxn modelId="{01C3A850-3E68-4279-9644-4BA046E27C77}" type="presParOf" srcId="{B8DF2EE5-394B-4204-AAE9-EE334CA3BE9F}" destId="{AA58C9DF-3BBA-4F5C-B228-32FDC3727826}" srcOrd="1" destOrd="0" presId="urn:microsoft.com/office/officeart/2005/8/layout/vList2"/>
    <dgm:cxn modelId="{9696D18E-75E5-486F-8018-2CDC71DA058E}" type="presParOf" srcId="{B8DF2EE5-394B-4204-AAE9-EE334CA3BE9F}" destId="{63841032-C0AE-44AC-8AA6-265F275E9C24}" srcOrd="2" destOrd="0" presId="urn:microsoft.com/office/officeart/2005/8/layout/vList2"/>
    <dgm:cxn modelId="{EF68DE46-E4A7-4CD1-8ED7-04797062A36F}" type="presParOf" srcId="{B8DF2EE5-394B-4204-AAE9-EE334CA3BE9F}" destId="{9C76EFD3-C549-4EB8-95C1-73566BBDB833}" srcOrd="3" destOrd="0" presId="urn:microsoft.com/office/officeart/2005/8/layout/vList2"/>
    <dgm:cxn modelId="{BA51D980-FA88-44B6-AAE7-202790D28283}" type="presParOf" srcId="{B8DF2EE5-394B-4204-AAE9-EE334CA3BE9F}" destId="{ACDECF4E-A682-4279-B0E1-CEFF26B295FB}" srcOrd="4" destOrd="0" presId="urn:microsoft.com/office/officeart/2005/8/layout/vList2"/>
    <dgm:cxn modelId="{4B6AD0E2-17BC-4AE4-AAF1-E627E0C19C30}" type="presParOf" srcId="{B8DF2EE5-394B-4204-AAE9-EE334CA3BE9F}" destId="{0CA021A5-2D9B-475D-9B75-0F22AB6C859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BC5F319-CBB7-4255-B3C1-BC706CDF85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69AB07-EBDD-4F63-B5DE-351EF2F8FDD7}">
      <dgm:prSet custT="1"/>
      <dgm:spPr/>
      <dgm:t>
        <a:bodyPr/>
        <a:lstStyle/>
        <a:p>
          <a:r>
            <a:rPr lang="en-GB" sz="2000" dirty="0"/>
            <a:t>Discrete diffusion on amino acid sequence</a:t>
          </a:r>
          <a:r>
            <a:rPr lang="en-GB" sz="2000" baseline="30000" dirty="0"/>
            <a:t>1</a:t>
          </a:r>
          <a:endParaRPr lang="en-US" sz="2000" dirty="0"/>
        </a:p>
      </dgm:t>
    </dgm:pt>
    <dgm:pt modelId="{AB695F82-644F-4257-9421-7E9889D29F63}" type="parTrans" cxnId="{7B1AAAD5-7202-4EBC-BDC0-110BBF35CA8E}">
      <dgm:prSet/>
      <dgm:spPr/>
      <dgm:t>
        <a:bodyPr/>
        <a:lstStyle/>
        <a:p>
          <a:endParaRPr lang="en-US"/>
        </a:p>
      </dgm:t>
    </dgm:pt>
    <dgm:pt modelId="{9DBA47A4-456B-4CF9-B22E-1B5794FD1BE2}" type="sibTrans" cxnId="{7B1AAAD5-7202-4EBC-BDC0-110BBF35CA8E}">
      <dgm:prSet/>
      <dgm:spPr/>
      <dgm:t>
        <a:bodyPr/>
        <a:lstStyle/>
        <a:p>
          <a:endParaRPr lang="en-US"/>
        </a:p>
      </dgm:t>
    </dgm:pt>
    <dgm:pt modelId="{E06FF516-F263-4917-A8FD-D7BC145B79B8}">
      <dgm:prSet custT="1"/>
      <dgm:spPr/>
      <dgm:t>
        <a:bodyPr/>
        <a:lstStyle/>
        <a:p>
          <a:r>
            <a:rPr lang="en-GB" sz="1600" dirty="0"/>
            <a:t>Uses D3PM &amp; other models</a:t>
          </a:r>
        </a:p>
      </dgm:t>
    </dgm:pt>
    <dgm:pt modelId="{9C10D3F7-CF42-4E08-A4F0-9B6864285F56}" type="parTrans" cxnId="{062F41CC-B662-4FF8-8074-EB354AF72FF3}">
      <dgm:prSet/>
      <dgm:spPr/>
      <dgm:t>
        <a:bodyPr/>
        <a:lstStyle/>
        <a:p>
          <a:endParaRPr lang="en-GB"/>
        </a:p>
      </dgm:t>
    </dgm:pt>
    <dgm:pt modelId="{8DBC9FAC-95C4-46D1-97B3-4A38998B1FF2}" type="sibTrans" cxnId="{062F41CC-B662-4FF8-8074-EB354AF72FF3}">
      <dgm:prSet/>
      <dgm:spPr/>
      <dgm:t>
        <a:bodyPr/>
        <a:lstStyle/>
        <a:p>
          <a:endParaRPr lang="en-GB"/>
        </a:p>
      </dgm:t>
    </dgm:pt>
    <dgm:pt modelId="{4CAC089C-506A-4783-8809-F7AE490C98C8}">
      <dgm:prSet custT="1"/>
      <dgm:spPr/>
      <dgm:t>
        <a:bodyPr/>
        <a:lstStyle/>
        <a:p>
          <a:r>
            <a:rPr lang="en-GB" sz="2000" dirty="0"/>
            <a:t>Combination of continuous and discrete</a:t>
          </a:r>
          <a:r>
            <a:rPr lang="en-GB" sz="2000" baseline="30000" dirty="0"/>
            <a:t>2,3</a:t>
          </a:r>
          <a:endParaRPr lang="en-GB" sz="2000" dirty="0"/>
        </a:p>
      </dgm:t>
    </dgm:pt>
    <dgm:pt modelId="{5FE7C44C-14C2-403A-90F6-810BED6EB053}" type="parTrans" cxnId="{9CAB590C-4D49-401B-8082-699142F7E520}">
      <dgm:prSet/>
      <dgm:spPr/>
      <dgm:t>
        <a:bodyPr/>
        <a:lstStyle/>
        <a:p>
          <a:endParaRPr lang="en-GB"/>
        </a:p>
      </dgm:t>
    </dgm:pt>
    <dgm:pt modelId="{B7D6AEA1-B594-4AF0-8E8C-70A1DF3CD57C}" type="sibTrans" cxnId="{9CAB590C-4D49-401B-8082-699142F7E520}">
      <dgm:prSet/>
      <dgm:spPr/>
      <dgm:t>
        <a:bodyPr/>
        <a:lstStyle/>
        <a:p>
          <a:endParaRPr lang="en-GB"/>
        </a:p>
      </dgm:t>
    </dgm:pt>
    <dgm:pt modelId="{8727A023-F3D1-4967-A1D5-2CE3ABE6C227}">
      <dgm:prSet custT="1"/>
      <dgm:spPr/>
      <dgm:t>
        <a:bodyPr/>
        <a:lstStyle/>
        <a:p>
          <a:r>
            <a:rPr lang="en-GB" sz="1600" dirty="0"/>
            <a:t>Interacting molecules or proteins</a:t>
          </a:r>
        </a:p>
      </dgm:t>
    </dgm:pt>
    <dgm:pt modelId="{16D7A051-FE92-41AD-AFF1-9B87260E58FE}" type="parTrans" cxnId="{6557FE7B-829E-4037-A71A-80185AFBC99E}">
      <dgm:prSet/>
      <dgm:spPr/>
      <dgm:t>
        <a:bodyPr/>
        <a:lstStyle/>
        <a:p>
          <a:endParaRPr lang="en-GB"/>
        </a:p>
      </dgm:t>
    </dgm:pt>
    <dgm:pt modelId="{B3281861-E769-430B-9BB1-955526EA92B2}" type="sibTrans" cxnId="{6557FE7B-829E-4037-A71A-80185AFBC99E}">
      <dgm:prSet/>
      <dgm:spPr/>
      <dgm:t>
        <a:bodyPr/>
        <a:lstStyle/>
        <a:p>
          <a:endParaRPr lang="en-GB"/>
        </a:p>
      </dgm:t>
    </dgm:pt>
    <dgm:pt modelId="{6E03736A-764E-4853-A311-5A5C31666085}">
      <dgm:prSet custT="1"/>
      <dgm:spPr/>
      <dgm:t>
        <a:bodyPr/>
        <a:lstStyle/>
        <a:p>
          <a:r>
            <a:rPr lang="en-GB" sz="2000" dirty="0"/>
            <a:t>Guided discrete diffusion for sequence generation</a:t>
          </a:r>
          <a:r>
            <a:rPr lang="en-GB" sz="2000" baseline="30000" dirty="0"/>
            <a:t>4</a:t>
          </a:r>
          <a:endParaRPr lang="en-GB" sz="2000" dirty="0"/>
        </a:p>
      </dgm:t>
    </dgm:pt>
    <dgm:pt modelId="{139657A1-5320-481D-A895-2C88F24F6626}" type="parTrans" cxnId="{BEC59514-D53B-4C84-BBF4-D2C8345F5288}">
      <dgm:prSet/>
      <dgm:spPr/>
      <dgm:t>
        <a:bodyPr/>
        <a:lstStyle/>
        <a:p>
          <a:endParaRPr lang="en-GB"/>
        </a:p>
      </dgm:t>
    </dgm:pt>
    <dgm:pt modelId="{90C2DF14-9F35-405D-8913-E56F5B64F67F}" type="sibTrans" cxnId="{BEC59514-D53B-4C84-BBF4-D2C8345F5288}">
      <dgm:prSet/>
      <dgm:spPr/>
      <dgm:t>
        <a:bodyPr/>
        <a:lstStyle/>
        <a:p>
          <a:endParaRPr lang="en-GB"/>
        </a:p>
      </dgm:t>
    </dgm:pt>
    <dgm:pt modelId="{8BE50591-48B9-4BA5-BBE1-51B1A722EEED}">
      <dgm:prSet custT="1"/>
      <dgm:spPr/>
      <dgm:t>
        <a:bodyPr/>
        <a:lstStyle/>
        <a:p>
          <a:r>
            <a:rPr lang="en-GB" sz="1600" dirty="0"/>
            <a:t>Part of the generation process</a:t>
          </a:r>
        </a:p>
      </dgm:t>
    </dgm:pt>
    <dgm:pt modelId="{A0843400-19CC-4DD4-BA95-DAA677FD2359}" type="parTrans" cxnId="{E756D176-9118-45D4-984E-C10FDA52B42B}">
      <dgm:prSet/>
      <dgm:spPr/>
      <dgm:t>
        <a:bodyPr/>
        <a:lstStyle/>
        <a:p>
          <a:endParaRPr lang="en-GB"/>
        </a:p>
      </dgm:t>
    </dgm:pt>
    <dgm:pt modelId="{8521117E-1BF2-4524-A5D2-284A2297F072}" type="sibTrans" cxnId="{E756D176-9118-45D4-984E-C10FDA52B42B}">
      <dgm:prSet/>
      <dgm:spPr/>
      <dgm:t>
        <a:bodyPr/>
        <a:lstStyle/>
        <a:p>
          <a:endParaRPr lang="en-GB"/>
        </a:p>
      </dgm:t>
    </dgm:pt>
    <dgm:pt modelId="{934B04FA-6DCF-45E7-8CC2-713046CDF071}">
      <dgm:prSet custT="1"/>
      <dgm:spPr/>
      <dgm:t>
        <a:bodyPr/>
        <a:lstStyle/>
        <a:p>
          <a:r>
            <a:rPr lang="en-GB" sz="1600" dirty="0"/>
            <a:t>Evolutionary informed noise</a:t>
          </a:r>
        </a:p>
      </dgm:t>
    </dgm:pt>
    <dgm:pt modelId="{8345B2BE-8760-4C9C-8CB4-32939A720018}" type="parTrans" cxnId="{7748511C-4A2D-45A3-9348-314B1BFB34E0}">
      <dgm:prSet/>
      <dgm:spPr/>
      <dgm:t>
        <a:bodyPr/>
        <a:lstStyle/>
        <a:p>
          <a:endParaRPr lang="en-GB"/>
        </a:p>
      </dgm:t>
    </dgm:pt>
    <dgm:pt modelId="{E5F04D6A-6596-41B0-88D0-C25B5B800B82}" type="sibTrans" cxnId="{7748511C-4A2D-45A3-9348-314B1BFB34E0}">
      <dgm:prSet/>
      <dgm:spPr/>
      <dgm:t>
        <a:bodyPr/>
        <a:lstStyle/>
        <a:p>
          <a:endParaRPr lang="en-GB"/>
        </a:p>
      </dgm:t>
    </dgm:pt>
    <dgm:pt modelId="{B8DF2EE5-394B-4204-AAE9-EE334CA3BE9F}" type="pres">
      <dgm:prSet presAssocID="{1BC5F319-CBB7-4255-B3C1-BC706CDF8546}" presName="linear" presStyleCnt="0">
        <dgm:presLayoutVars>
          <dgm:animLvl val="lvl"/>
          <dgm:resizeHandles val="exact"/>
        </dgm:presLayoutVars>
      </dgm:prSet>
      <dgm:spPr/>
    </dgm:pt>
    <dgm:pt modelId="{0E95F43C-DE57-49C9-BB92-BAEA1EE7E6F4}" type="pres">
      <dgm:prSet presAssocID="{0269AB07-EBDD-4F63-B5DE-351EF2F8FDD7}" presName="parentText" presStyleLbl="node1" presStyleIdx="0" presStyleCnt="3" custScaleY="85082">
        <dgm:presLayoutVars>
          <dgm:chMax val="0"/>
          <dgm:bulletEnabled val="1"/>
        </dgm:presLayoutVars>
      </dgm:prSet>
      <dgm:spPr/>
    </dgm:pt>
    <dgm:pt modelId="{AA58C9DF-3BBA-4F5C-B228-32FDC3727826}" type="pres">
      <dgm:prSet presAssocID="{0269AB07-EBDD-4F63-B5DE-351EF2F8FDD7}" presName="childText" presStyleLbl="revTx" presStyleIdx="0" presStyleCnt="3">
        <dgm:presLayoutVars>
          <dgm:bulletEnabled val="1"/>
        </dgm:presLayoutVars>
      </dgm:prSet>
      <dgm:spPr/>
    </dgm:pt>
    <dgm:pt modelId="{63841032-C0AE-44AC-8AA6-265F275E9C24}" type="pres">
      <dgm:prSet presAssocID="{4CAC089C-506A-4783-8809-F7AE490C98C8}" presName="parentText" presStyleLbl="node1" presStyleIdx="1" presStyleCnt="3" custScaleY="82579">
        <dgm:presLayoutVars>
          <dgm:chMax val="0"/>
          <dgm:bulletEnabled val="1"/>
        </dgm:presLayoutVars>
      </dgm:prSet>
      <dgm:spPr/>
    </dgm:pt>
    <dgm:pt modelId="{9C76EFD3-C549-4EB8-95C1-73566BBDB833}" type="pres">
      <dgm:prSet presAssocID="{4CAC089C-506A-4783-8809-F7AE490C98C8}" presName="childText" presStyleLbl="revTx" presStyleIdx="1" presStyleCnt="3">
        <dgm:presLayoutVars>
          <dgm:bulletEnabled val="1"/>
        </dgm:presLayoutVars>
      </dgm:prSet>
      <dgm:spPr/>
    </dgm:pt>
    <dgm:pt modelId="{ACDECF4E-A682-4279-B0E1-CEFF26B295FB}" type="pres">
      <dgm:prSet presAssocID="{6E03736A-764E-4853-A311-5A5C31666085}" presName="parentText" presStyleLbl="node1" presStyleIdx="2" presStyleCnt="3" custScaleY="80220">
        <dgm:presLayoutVars>
          <dgm:chMax val="0"/>
          <dgm:bulletEnabled val="1"/>
        </dgm:presLayoutVars>
      </dgm:prSet>
      <dgm:spPr/>
    </dgm:pt>
    <dgm:pt modelId="{0CA021A5-2D9B-475D-9B75-0F22AB6C859C}" type="pres">
      <dgm:prSet presAssocID="{6E03736A-764E-4853-A311-5A5C3166608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0B2E605-1C96-44AA-9FB4-AC4C821E130A}" type="presOf" srcId="{4CAC089C-506A-4783-8809-F7AE490C98C8}" destId="{63841032-C0AE-44AC-8AA6-265F275E9C24}" srcOrd="0" destOrd="0" presId="urn:microsoft.com/office/officeart/2005/8/layout/vList2"/>
    <dgm:cxn modelId="{9CAB590C-4D49-401B-8082-699142F7E520}" srcId="{1BC5F319-CBB7-4255-B3C1-BC706CDF8546}" destId="{4CAC089C-506A-4783-8809-F7AE490C98C8}" srcOrd="1" destOrd="0" parTransId="{5FE7C44C-14C2-403A-90F6-810BED6EB053}" sibTransId="{B7D6AEA1-B594-4AF0-8E8C-70A1DF3CD57C}"/>
    <dgm:cxn modelId="{BEC59514-D53B-4C84-BBF4-D2C8345F5288}" srcId="{1BC5F319-CBB7-4255-B3C1-BC706CDF8546}" destId="{6E03736A-764E-4853-A311-5A5C31666085}" srcOrd="2" destOrd="0" parTransId="{139657A1-5320-481D-A895-2C88F24F6626}" sibTransId="{90C2DF14-9F35-405D-8913-E56F5B64F67F}"/>
    <dgm:cxn modelId="{7748511C-4A2D-45A3-9348-314B1BFB34E0}" srcId="{0269AB07-EBDD-4F63-B5DE-351EF2F8FDD7}" destId="{934B04FA-6DCF-45E7-8CC2-713046CDF071}" srcOrd="1" destOrd="0" parTransId="{8345B2BE-8760-4C9C-8CB4-32939A720018}" sibTransId="{E5F04D6A-6596-41B0-88D0-C25B5B800B82}"/>
    <dgm:cxn modelId="{C36E021E-4CB5-4697-8EDF-997C8A7DA284}" type="presOf" srcId="{934B04FA-6DCF-45E7-8CC2-713046CDF071}" destId="{AA58C9DF-3BBA-4F5C-B228-32FDC3727826}" srcOrd="0" destOrd="1" presId="urn:microsoft.com/office/officeart/2005/8/layout/vList2"/>
    <dgm:cxn modelId="{A26EDC46-2B19-4543-981A-6EE9795C9428}" type="presOf" srcId="{8727A023-F3D1-4967-A1D5-2CE3ABE6C227}" destId="{9C76EFD3-C549-4EB8-95C1-73566BBDB833}" srcOrd="0" destOrd="0" presId="urn:microsoft.com/office/officeart/2005/8/layout/vList2"/>
    <dgm:cxn modelId="{98CAE247-D71C-49D1-A5CE-B8C21F44A21D}" type="presOf" srcId="{6E03736A-764E-4853-A311-5A5C31666085}" destId="{ACDECF4E-A682-4279-B0E1-CEFF26B295FB}" srcOrd="0" destOrd="0" presId="urn:microsoft.com/office/officeart/2005/8/layout/vList2"/>
    <dgm:cxn modelId="{D950F26D-6398-4951-8C52-28E79F12F210}" type="presOf" srcId="{1BC5F319-CBB7-4255-B3C1-BC706CDF8546}" destId="{B8DF2EE5-394B-4204-AAE9-EE334CA3BE9F}" srcOrd="0" destOrd="0" presId="urn:microsoft.com/office/officeart/2005/8/layout/vList2"/>
    <dgm:cxn modelId="{E756D176-9118-45D4-984E-C10FDA52B42B}" srcId="{6E03736A-764E-4853-A311-5A5C31666085}" destId="{8BE50591-48B9-4BA5-BBE1-51B1A722EEED}" srcOrd="0" destOrd="0" parTransId="{A0843400-19CC-4DD4-BA95-DAA677FD2359}" sibTransId="{8521117E-1BF2-4524-A5D2-284A2297F072}"/>
    <dgm:cxn modelId="{6557FE7B-829E-4037-A71A-80185AFBC99E}" srcId="{4CAC089C-506A-4783-8809-F7AE490C98C8}" destId="{8727A023-F3D1-4967-A1D5-2CE3ABE6C227}" srcOrd="0" destOrd="0" parTransId="{16D7A051-FE92-41AD-AFF1-9B87260E58FE}" sibTransId="{B3281861-E769-430B-9BB1-955526EA92B2}"/>
    <dgm:cxn modelId="{DC2652B1-0AD2-4453-9DC2-0C97EAE8A859}" type="presOf" srcId="{0269AB07-EBDD-4F63-B5DE-351EF2F8FDD7}" destId="{0E95F43C-DE57-49C9-BB92-BAEA1EE7E6F4}" srcOrd="0" destOrd="0" presId="urn:microsoft.com/office/officeart/2005/8/layout/vList2"/>
    <dgm:cxn modelId="{062F41CC-B662-4FF8-8074-EB354AF72FF3}" srcId="{0269AB07-EBDD-4F63-B5DE-351EF2F8FDD7}" destId="{E06FF516-F263-4917-A8FD-D7BC145B79B8}" srcOrd="0" destOrd="0" parTransId="{9C10D3F7-CF42-4E08-A4F0-9B6864285F56}" sibTransId="{8DBC9FAC-95C4-46D1-97B3-4A38998B1FF2}"/>
    <dgm:cxn modelId="{7B1AAAD5-7202-4EBC-BDC0-110BBF35CA8E}" srcId="{1BC5F319-CBB7-4255-B3C1-BC706CDF8546}" destId="{0269AB07-EBDD-4F63-B5DE-351EF2F8FDD7}" srcOrd="0" destOrd="0" parTransId="{AB695F82-644F-4257-9421-7E9889D29F63}" sibTransId="{9DBA47A4-456B-4CF9-B22E-1B5794FD1BE2}"/>
    <dgm:cxn modelId="{6670A0E1-D9EF-46B8-B876-A4580A0C23BD}" type="presOf" srcId="{8BE50591-48B9-4BA5-BBE1-51B1A722EEED}" destId="{0CA021A5-2D9B-475D-9B75-0F22AB6C859C}" srcOrd="0" destOrd="0" presId="urn:microsoft.com/office/officeart/2005/8/layout/vList2"/>
    <dgm:cxn modelId="{C1CA66E2-C737-4B33-ACA3-094950BB5A24}" type="presOf" srcId="{E06FF516-F263-4917-A8FD-D7BC145B79B8}" destId="{AA58C9DF-3BBA-4F5C-B228-32FDC3727826}" srcOrd="0" destOrd="0" presId="urn:microsoft.com/office/officeart/2005/8/layout/vList2"/>
    <dgm:cxn modelId="{CBC4FCCB-FC51-4478-9B50-59AA2484B1B1}" type="presParOf" srcId="{B8DF2EE5-394B-4204-AAE9-EE334CA3BE9F}" destId="{0E95F43C-DE57-49C9-BB92-BAEA1EE7E6F4}" srcOrd="0" destOrd="0" presId="urn:microsoft.com/office/officeart/2005/8/layout/vList2"/>
    <dgm:cxn modelId="{01C3A850-3E68-4279-9644-4BA046E27C77}" type="presParOf" srcId="{B8DF2EE5-394B-4204-AAE9-EE334CA3BE9F}" destId="{AA58C9DF-3BBA-4F5C-B228-32FDC3727826}" srcOrd="1" destOrd="0" presId="urn:microsoft.com/office/officeart/2005/8/layout/vList2"/>
    <dgm:cxn modelId="{9696D18E-75E5-486F-8018-2CDC71DA058E}" type="presParOf" srcId="{B8DF2EE5-394B-4204-AAE9-EE334CA3BE9F}" destId="{63841032-C0AE-44AC-8AA6-265F275E9C24}" srcOrd="2" destOrd="0" presId="urn:microsoft.com/office/officeart/2005/8/layout/vList2"/>
    <dgm:cxn modelId="{EF68DE46-E4A7-4CD1-8ED7-04797062A36F}" type="presParOf" srcId="{B8DF2EE5-394B-4204-AAE9-EE334CA3BE9F}" destId="{9C76EFD3-C549-4EB8-95C1-73566BBDB833}" srcOrd="3" destOrd="0" presId="urn:microsoft.com/office/officeart/2005/8/layout/vList2"/>
    <dgm:cxn modelId="{BA51D980-FA88-44B6-AAE7-202790D28283}" type="presParOf" srcId="{B8DF2EE5-394B-4204-AAE9-EE334CA3BE9F}" destId="{ACDECF4E-A682-4279-B0E1-CEFF26B295FB}" srcOrd="4" destOrd="0" presId="urn:microsoft.com/office/officeart/2005/8/layout/vList2"/>
    <dgm:cxn modelId="{4B6AD0E2-17BC-4AE4-AAF1-E627E0C19C30}" type="presParOf" srcId="{B8DF2EE5-394B-4204-AAE9-EE334CA3BE9F}" destId="{0CA021A5-2D9B-475D-9B75-0F22AB6C859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88B090E-34A7-4AFF-A35A-487B04B3059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AA4B67-7845-49CA-987E-9DE59979B7A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What is the quality of the generated proteins from an all-atom model using a discrete diffusion process?</a:t>
          </a:r>
          <a:endParaRPr lang="en-US" dirty="0"/>
        </a:p>
      </dgm:t>
    </dgm:pt>
    <dgm:pt modelId="{A7DAA483-DF39-47C3-8370-C62B1DEEB72D}" type="parTrans" cxnId="{562E3857-6EDB-4A1D-8782-BD65A1E03431}">
      <dgm:prSet/>
      <dgm:spPr/>
      <dgm:t>
        <a:bodyPr/>
        <a:lstStyle/>
        <a:p>
          <a:endParaRPr lang="en-US"/>
        </a:p>
      </dgm:t>
    </dgm:pt>
    <dgm:pt modelId="{45F30A27-CBF0-4CAD-AE3B-865A3B773F05}" type="sibTrans" cxnId="{562E3857-6EDB-4A1D-8782-BD65A1E03431}">
      <dgm:prSet/>
      <dgm:spPr/>
      <dgm:t>
        <a:bodyPr/>
        <a:lstStyle/>
        <a:p>
          <a:endParaRPr lang="en-US"/>
        </a:p>
      </dgm:t>
    </dgm:pt>
    <dgm:pt modelId="{102D50B9-6060-4C48-8456-B8A67FDB995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How does an all-atom representation impact the uniqueness, diversity, and structural correctness of generated protein sequences compared to the traditional amino acid-level representation using discrete diffusion?</a:t>
          </a:r>
          <a:endParaRPr lang="en-US" dirty="0"/>
        </a:p>
      </dgm:t>
    </dgm:pt>
    <dgm:pt modelId="{C80E8A6E-247A-46D3-8FA1-798F1D5525B6}" type="parTrans" cxnId="{EF787FEE-CE23-4CB8-8598-9D8CE9AE07BC}">
      <dgm:prSet/>
      <dgm:spPr/>
      <dgm:t>
        <a:bodyPr/>
        <a:lstStyle/>
        <a:p>
          <a:endParaRPr lang="en-US"/>
        </a:p>
      </dgm:t>
    </dgm:pt>
    <dgm:pt modelId="{CB2E8080-0C50-4BD5-AB53-22639737A0CF}" type="sibTrans" cxnId="{EF787FEE-CE23-4CB8-8598-9D8CE9AE07BC}">
      <dgm:prSet/>
      <dgm:spPr/>
      <dgm:t>
        <a:bodyPr/>
        <a:lstStyle/>
        <a:p>
          <a:endParaRPr lang="en-US"/>
        </a:p>
      </dgm:t>
    </dgm:pt>
    <dgm:pt modelId="{47D11859-A7BA-4763-91FD-A0C66A4EAA3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What are the effects of applying different noise schedules—specifically uniform and absorbing—on the ability of discrete diffusion models to generate protein sequences?</a:t>
          </a:r>
          <a:endParaRPr lang="en-US"/>
        </a:p>
      </dgm:t>
    </dgm:pt>
    <dgm:pt modelId="{6695E9FC-7630-419C-8485-B2F670974DE0}" type="parTrans" cxnId="{F9A417B3-AC1B-4C40-B9C3-23865F4DC3D2}">
      <dgm:prSet/>
      <dgm:spPr/>
      <dgm:t>
        <a:bodyPr/>
        <a:lstStyle/>
        <a:p>
          <a:endParaRPr lang="en-US"/>
        </a:p>
      </dgm:t>
    </dgm:pt>
    <dgm:pt modelId="{55FCE912-7C38-4E5F-8A87-6D0A4F6C93BD}" type="sibTrans" cxnId="{F9A417B3-AC1B-4C40-B9C3-23865F4DC3D2}">
      <dgm:prSet/>
      <dgm:spPr/>
      <dgm:t>
        <a:bodyPr/>
        <a:lstStyle/>
        <a:p>
          <a:endParaRPr lang="en-US"/>
        </a:p>
      </dgm:t>
    </dgm:pt>
    <dgm:pt modelId="{A873D201-1A56-437B-8A73-B4B07A2F9736}" type="pres">
      <dgm:prSet presAssocID="{988B090E-34A7-4AFF-A35A-487B04B3059B}" presName="root" presStyleCnt="0">
        <dgm:presLayoutVars>
          <dgm:dir/>
          <dgm:resizeHandles val="exact"/>
        </dgm:presLayoutVars>
      </dgm:prSet>
      <dgm:spPr/>
    </dgm:pt>
    <dgm:pt modelId="{436DA581-EEC7-4B2D-93E8-34567BD7BF29}" type="pres">
      <dgm:prSet presAssocID="{53AA4B67-7845-49CA-987E-9DE59979B7A4}" presName="compNode" presStyleCnt="0"/>
      <dgm:spPr/>
    </dgm:pt>
    <dgm:pt modelId="{BAA81B1A-2333-4524-B6E4-96910049594A}" type="pres">
      <dgm:prSet presAssocID="{53AA4B67-7845-49CA-987E-9DE59979B7A4}" presName="bgRect" presStyleLbl="bgShp" presStyleIdx="0" presStyleCnt="3"/>
      <dgm:spPr/>
    </dgm:pt>
    <dgm:pt modelId="{5636F05A-E571-41C8-862D-3E769A6BF47B}" type="pres">
      <dgm:prSet presAssocID="{53AA4B67-7845-49CA-987E-9DE59979B7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ing Star with solid fill"/>
        </a:ext>
      </dgm:extLst>
    </dgm:pt>
    <dgm:pt modelId="{9B1976D8-5C20-4D5A-8532-5FCB0772CC75}" type="pres">
      <dgm:prSet presAssocID="{53AA4B67-7845-49CA-987E-9DE59979B7A4}" presName="spaceRect" presStyleCnt="0"/>
      <dgm:spPr/>
    </dgm:pt>
    <dgm:pt modelId="{43E45EF2-8CA5-41AD-818B-85FF01CC67EB}" type="pres">
      <dgm:prSet presAssocID="{53AA4B67-7845-49CA-987E-9DE59979B7A4}" presName="parTx" presStyleLbl="revTx" presStyleIdx="0" presStyleCnt="3">
        <dgm:presLayoutVars>
          <dgm:chMax val="0"/>
          <dgm:chPref val="0"/>
        </dgm:presLayoutVars>
      </dgm:prSet>
      <dgm:spPr/>
    </dgm:pt>
    <dgm:pt modelId="{54AAEB11-A593-473D-B0D5-4638BEA6914A}" type="pres">
      <dgm:prSet presAssocID="{45F30A27-CBF0-4CAD-AE3B-865A3B773F05}" presName="sibTrans" presStyleCnt="0"/>
      <dgm:spPr/>
    </dgm:pt>
    <dgm:pt modelId="{61E49B58-E9B6-4310-A7E8-AFF4DA0E1F05}" type="pres">
      <dgm:prSet presAssocID="{102D50B9-6060-4C48-8456-B8A67FDB9955}" presName="compNode" presStyleCnt="0"/>
      <dgm:spPr/>
    </dgm:pt>
    <dgm:pt modelId="{85C1A100-203E-4484-BA26-6410AA977F7D}" type="pres">
      <dgm:prSet presAssocID="{102D50B9-6060-4C48-8456-B8A67FDB9955}" presName="bgRect" presStyleLbl="bgShp" presStyleIdx="1" presStyleCnt="3"/>
      <dgm:spPr/>
    </dgm:pt>
    <dgm:pt modelId="{E89D2836-5130-4CDF-AEC5-56C773F84221}" type="pres">
      <dgm:prSet presAssocID="{102D50B9-6060-4C48-8456-B8A67FDB9955}" presName="iconRect" presStyleLbl="node1" presStyleIdx="1" presStyleCnt="3"/>
      <dgm:spPr>
        <a:blipFill>
          <a:blip xmlns:r="http://schemas.openxmlformats.org/officeDocument/2006/relationships"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42A64E78-3DE9-4635-9D59-17C0FB089FA9}" type="pres">
      <dgm:prSet presAssocID="{102D50B9-6060-4C48-8456-B8A67FDB9955}" presName="spaceRect" presStyleCnt="0"/>
      <dgm:spPr/>
    </dgm:pt>
    <dgm:pt modelId="{12326A47-E3D9-41CC-B1BD-14E84B46801D}" type="pres">
      <dgm:prSet presAssocID="{102D50B9-6060-4C48-8456-B8A67FDB9955}" presName="parTx" presStyleLbl="revTx" presStyleIdx="1" presStyleCnt="3">
        <dgm:presLayoutVars>
          <dgm:chMax val="0"/>
          <dgm:chPref val="0"/>
        </dgm:presLayoutVars>
      </dgm:prSet>
      <dgm:spPr/>
    </dgm:pt>
    <dgm:pt modelId="{FC3A35F4-F02C-49B3-A694-0932884FB47D}" type="pres">
      <dgm:prSet presAssocID="{CB2E8080-0C50-4BD5-AB53-22639737A0CF}" presName="sibTrans" presStyleCnt="0"/>
      <dgm:spPr/>
    </dgm:pt>
    <dgm:pt modelId="{918268BF-5CE4-42BF-9F10-1078A2EBC44D}" type="pres">
      <dgm:prSet presAssocID="{47D11859-A7BA-4763-91FD-A0C66A4EAA38}" presName="compNode" presStyleCnt="0"/>
      <dgm:spPr/>
    </dgm:pt>
    <dgm:pt modelId="{E41D41DC-D36C-49AA-AE24-CB32AB3263D0}" type="pres">
      <dgm:prSet presAssocID="{47D11859-A7BA-4763-91FD-A0C66A4EAA38}" presName="bgRect" presStyleLbl="bgShp" presStyleIdx="2" presStyleCnt="3"/>
      <dgm:spPr/>
    </dgm:pt>
    <dgm:pt modelId="{C4D1477F-BF6E-468D-AB93-F964C42B7F64}" type="pres">
      <dgm:prSet presAssocID="{47D11859-A7BA-4763-91FD-A0C66A4EAA38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undwave outline"/>
        </a:ext>
      </dgm:extLst>
    </dgm:pt>
    <dgm:pt modelId="{ABD58A7D-C6EE-433C-B574-DEABBE176755}" type="pres">
      <dgm:prSet presAssocID="{47D11859-A7BA-4763-91FD-A0C66A4EAA38}" presName="spaceRect" presStyleCnt="0"/>
      <dgm:spPr/>
    </dgm:pt>
    <dgm:pt modelId="{86D4CCE9-B88B-4C78-91AF-F3391D672069}" type="pres">
      <dgm:prSet presAssocID="{47D11859-A7BA-4763-91FD-A0C66A4EAA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CC99321-F52C-42A2-A0C6-BD93AF79F529}" type="presOf" srcId="{102D50B9-6060-4C48-8456-B8A67FDB9955}" destId="{12326A47-E3D9-41CC-B1BD-14E84B46801D}" srcOrd="0" destOrd="0" presId="urn:microsoft.com/office/officeart/2018/2/layout/IconVerticalSolidList"/>
    <dgm:cxn modelId="{EB266B73-6BD8-43C7-8FD3-5F4BFFEF580E}" type="presOf" srcId="{988B090E-34A7-4AFF-A35A-487B04B3059B}" destId="{A873D201-1A56-437B-8A73-B4B07A2F9736}" srcOrd="0" destOrd="0" presId="urn:microsoft.com/office/officeart/2018/2/layout/IconVerticalSolidList"/>
    <dgm:cxn modelId="{562E3857-6EDB-4A1D-8782-BD65A1E03431}" srcId="{988B090E-34A7-4AFF-A35A-487B04B3059B}" destId="{53AA4B67-7845-49CA-987E-9DE59979B7A4}" srcOrd="0" destOrd="0" parTransId="{A7DAA483-DF39-47C3-8370-C62B1DEEB72D}" sibTransId="{45F30A27-CBF0-4CAD-AE3B-865A3B773F05}"/>
    <dgm:cxn modelId="{D1DE83A7-728F-4840-8FE5-45C1A78BC708}" type="presOf" srcId="{53AA4B67-7845-49CA-987E-9DE59979B7A4}" destId="{43E45EF2-8CA5-41AD-818B-85FF01CC67EB}" srcOrd="0" destOrd="0" presId="urn:microsoft.com/office/officeart/2018/2/layout/IconVerticalSolidList"/>
    <dgm:cxn modelId="{F9A417B3-AC1B-4C40-B9C3-23865F4DC3D2}" srcId="{988B090E-34A7-4AFF-A35A-487B04B3059B}" destId="{47D11859-A7BA-4763-91FD-A0C66A4EAA38}" srcOrd="2" destOrd="0" parTransId="{6695E9FC-7630-419C-8485-B2F670974DE0}" sibTransId="{55FCE912-7C38-4E5F-8A87-6D0A4F6C93BD}"/>
    <dgm:cxn modelId="{5F30E2B7-2D9A-437F-AA36-AB702206604B}" type="presOf" srcId="{47D11859-A7BA-4763-91FD-A0C66A4EAA38}" destId="{86D4CCE9-B88B-4C78-91AF-F3391D672069}" srcOrd="0" destOrd="0" presId="urn:microsoft.com/office/officeart/2018/2/layout/IconVerticalSolidList"/>
    <dgm:cxn modelId="{EF787FEE-CE23-4CB8-8598-9D8CE9AE07BC}" srcId="{988B090E-34A7-4AFF-A35A-487B04B3059B}" destId="{102D50B9-6060-4C48-8456-B8A67FDB9955}" srcOrd="1" destOrd="0" parTransId="{C80E8A6E-247A-46D3-8FA1-798F1D5525B6}" sibTransId="{CB2E8080-0C50-4BD5-AB53-22639737A0CF}"/>
    <dgm:cxn modelId="{82B74CA4-B639-4028-A317-81E23A51ED92}" type="presParOf" srcId="{A873D201-1A56-437B-8A73-B4B07A2F9736}" destId="{436DA581-EEC7-4B2D-93E8-34567BD7BF29}" srcOrd="0" destOrd="0" presId="urn:microsoft.com/office/officeart/2018/2/layout/IconVerticalSolidList"/>
    <dgm:cxn modelId="{AEF3E12B-E35E-4C9E-B464-4A562EA602F9}" type="presParOf" srcId="{436DA581-EEC7-4B2D-93E8-34567BD7BF29}" destId="{BAA81B1A-2333-4524-B6E4-96910049594A}" srcOrd="0" destOrd="0" presId="urn:microsoft.com/office/officeart/2018/2/layout/IconVerticalSolidList"/>
    <dgm:cxn modelId="{2C47A872-8D38-475F-B207-BBA3DCA524F3}" type="presParOf" srcId="{436DA581-EEC7-4B2D-93E8-34567BD7BF29}" destId="{5636F05A-E571-41C8-862D-3E769A6BF47B}" srcOrd="1" destOrd="0" presId="urn:microsoft.com/office/officeart/2018/2/layout/IconVerticalSolidList"/>
    <dgm:cxn modelId="{22623E83-7FCE-4ABB-9F6A-1EF9CEBBD9ED}" type="presParOf" srcId="{436DA581-EEC7-4B2D-93E8-34567BD7BF29}" destId="{9B1976D8-5C20-4D5A-8532-5FCB0772CC75}" srcOrd="2" destOrd="0" presId="urn:microsoft.com/office/officeart/2018/2/layout/IconVerticalSolidList"/>
    <dgm:cxn modelId="{AA7C9325-45E0-48A8-BCD4-E29B2B6876AB}" type="presParOf" srcId="{436DA581-EEC7-4B2D-93E8-34567BD7BF29}" destId="{43E45EF2-8CA5-41AD-818B-85FF01CC67EB}" srcOrd="3" destOrd="0" presId="urn:microsoft.com/office/officeart/2018/2/layout/IconVerticalSolidList"/>
    <dgm:cxn modelId="{05310C40-20DF-4470-A192-FEE5BF639BD9}" type="presParOf" srcId="{A873D201-1A56-437B-8A73-B4B07A2F9736}" destId="{54AAEB11-A593-473D-B0D5-4638BEA6914A}" srcOrd="1" destOrd="0" presId="urn:microsoft.com/office/officeart/2018/2/layout/IconVerticalSolidList"/>
    <dgm:cxn modelId="{D0980BEE-E9F7-43E0-A514-E9A6085D9773}" type="presParOf" srcId="{A873D201-1A56-437B-8A73-B4B07A2F9736}" destId="{61E49B58-E9B6-4310-A7E8-AFF4DA0E1F05}" srcOrd="2" destOrd="0" presId="urn:microsoft.com/office/officeart/2018/2/layout/IconVerticalSolidList"/>
    <dgm:cxn modelId="{22CA7A3B-75E9-453F-BB6C-49E45FB958E2}" type="presParOf" srcId="{61E49B58-E9B6-4310-A7E8-AFF4DA0E1F05}" destId="{85C1A100-203E-4484-BA26-6410AA977F7D}" srcOrd="0" destOrd="0" presId="urn:microsoft.com/office/officeart/2018/2/layout/IconVerticalSolidList"/>
    <dgm:cxn modelId="{23FF2BC4-CE64-4478-ACED-02AC20C83E78}" type="presParOf" srcId="{61E49B58-E9B6-4310-A7E8-AFF4DA0E1F05}" destId="{E89D2836-5130-4CDF-AEC5-56C773F84221}" srcOrd="1" destOrd="0" presId="urn:microsoft.com/office/officeart/2018/2/layout/IconVerticalSolidList"/>
    <dgm:cxn modelId="{D2406904-ACD9-49A6-929E-8815C56DCB47}" type="presParOf" srcId="{61E49B58-E9B6-4310-A7E8-AFF4DA0E1F05}" destId="{42A64E78-3DE9-4635-9D59-17C0FB089FA9}" srcOrd="2" destOrd="0" presId="urn:microsoft.com/office/officeart/2018/2/layout/IconVerticalSolidList"/>
    <dgm:cxn modelId="{4FBAE8FB-0C07-448C-A4CF-651679A693B0}" type="presParOf" srcId="{61E49B58-E9B6-4310-A7E8-AFF4DA0E1F05}" destId="{12326A47-E3D9-41CC-B1BD-14E84B46801D}" srcOrd="3" destOrd="0" presId="urn:microsoft.com/office/officeart/2018/2/layout/IconVerticalSolidList"/>
    <dgm:cxn modelId="{667AC0D1-35CD-48B9-B72B-3E47CEDC2D61}" type="presParOf" srcId="{A873D201-1A56-437B-8A73-B4B07A2F9736}" destId="{FC3A35F4-F02C-49B3-A694-0932884FB47D}" srcOrd="3" destOrd="0" presId="urn:microsoft.com/office/officeart/2018/2/layout/IconVerticalSolidList"/>
    <dgm:cxn modelId="{4EFCC81A-6900-4463-824F-A4DDA36E87AE}" type="presParOf" srcId="{A873D201-1A56-437B-8A73-B4B07A2F9736}" destId="{918268BF-5CE4-42BF-9F10-1078A2EBC44D}" srcOrd="4" destOrd="0" presId="urn:microsoft.com/office/officeart/2018/2/layout/IconVerticalSolidList"/>
    <dgm:cxn modelId="{085A483A-175F-4AEC-897D-183FBF90DB34}" type="presParOf" srcId="{918268BF-5CE4-42BF-9F10-1078A2EBC44D}" destId="{E41D41DC-D36C-49AA-AE24-CB32AB3263D0}" srcOrd="0" destOrd="0" presId="urn:microsoft.com/office/officeart/2018/2/layout/IconVerticalSolidList"/>
    <dgm:cxn modelId="{D23B5CD3-C187-4DE5-B4A4-C24799B44662}" type="presParOf" srcId="{918268BF-5CE4-42BF-9F10-1078A2EBC44D}" destId="{C4D1477F-BF6E-468D-AB93-F964C42B7F64}" srcOrd="1" destOrd="0" presId="urn:microsoft.com/office/officeart/2018/2/layout/IconVerticalSolidList"/>
    <dgm:cxn modelId="{1B9089E2-1845-4B89-BE0F-E300828AB9D2}" type="presParOf" srcId="{918268BF-5CE4-42BF-9F10-1078A2EBC44D}" destId="{ABD58A7D-C6EE-433C-B574-DEABBE176755}" srcOrd="2" destOrd="0" presId="urn:microsoft.com/office/officeart/2018/2/layout/IconVerticalSolidList"/>
    <dgm:cxn modelId="{571FB9FC-AD45-4ED4-A4B8-E64A6033957C}" type="presParOf" srcId="{918268BF-5CE4-42BF-9F10-1078A2EBC44D}" destId="{86D4CCE9-B88B-4C78-91AF-F3391D6720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95D7FFB-5EEF-4C4C-9646-FECBAE12B539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67CF889-2E81-4F39-89D7-1EF48DA60B56}">
      <dgm:prSet phldrT="[Text]"/>
      <dgm:spPr/>
      <dgm:t>
        <a:bodyPr/>
        <a:lstStyle/>
        <a:p>
          <a:r>
            <a:rPr lang="en-GB" dirty="0"/>
            <a:t>UniRef50</a:t>
          </a:r>
        </a:p>
      </dgm:t>
    </dgm:pt>
    <dgm:pt modelId="{BEF88D92-1556-4A2B-9DDD-63FA333A9A09}" type="parTrans" cxnId="{55758ABA-F6D7-45F9-98D2-CE8829FE3B03}">
      <dgm:prSet/>
      <dgm:spPr/>
      <dgm:t>
        <a:bodyPr/>
        <a:lstStyle/>
        <a:p>
          <a:endParaRPr lang="en-GB"/>
        </a:p>
      </dgm:t>
    </dgm:pt>
    <dgm:pt modelId="{3E811F34-8C51-4675-ABFB-969501887EB6}" type="sibTrans" cxnId="{55758ABA-F6D7-45F9-98D2-CE8829FE3B03}">
      <dgm:prSet/>
      <dgm:spPr/>
      <dgm:t>
        <a:bodyPr/>
        <a:lstStyle/>
        <a:p>
          <a:endParaRPr lang="en-GB"/>
        </a:p>
      </dgm:t>
    </dgm:pt>
    <dgm:pt modelId="{F5AD9149-CB92-4EB9-834E-405E6CFAB3A1}">
      <dgm:prSet phldrT="[Text]"/>
      <dgm:spPr/>
      <dgm:t>
        <a:bodyPr/>
        <a:lstStyle/>
        <a:p>
          <a:r>
            <a:rPr lang="en-GB" dirty="0"/>
            <a:t>Filter out unknowns</a:t>
          </a:r>
        </a:p>
      </dgm:t>
    </dgm:pt>
    <dgm:pt modelId="{403AC19C-67D4-47E8-8B47-5ACCEB1B3374}" type="parTrans" cxnId="{3D94291D-4507-4349-B436-0DBDF7B7AE29}">
      <dgm:prSet/>
      <dgm:spPr/>
      <dgm:t>
        <a:bodyPr/>
        <a:lstStyle/>
        <a:p>
          <a:endParaRPr lang="en-GB"/>
        </a:p>
      </dgm:t>
    </dgm:pt>
    <dgm:pt modelId="{5BAF9107-4745-4AEF-B072-02184AD91CCD}" type="sibTrans" cxnId="{3D94291D-4507-4349-B436-0DBDF7B7AE29}">
      <dgm:prSet/>
      <dgm:spPr/>
      <dgm:t>
        <a:bodyPr/>
        <a:lstStyle/>
        <a:p>
          <a:endParaRPr lang="en-GB"/>
        </a:p>
      </dgm:t>
    </dgm:pt>
    <dgm:pt modelId="{5FD3683F-DAE9-4B17-8D54-6D00D405AE38}">
      <dgm:prSet phldrT="[Text]"/>
      <dgm:spPr/>
      <dgm:t>
        <a:bodyPr/>
        <a:lstStyle/>
        <a:p>
          <a:r>
            <a:rPr lang="en-GB" dirty="0"/>
            <a:t>Filter out small and long sequences</a:t>
          </a:r>
        </a:p>
      </dgm:t>
    </dgm:pt>
    <dgm:pt modelId="{A98DE6D4-41F1-4E06-93C2-849DF9202787}" type="parTrans" cxnId="{6A159F5A-5356-491B-ADCA-A654A138B31C}">
      <dgm:prSet/>
      <dgm:spPr/>
      <dgm:t>
        <a:bodyPr/>
        <a:lstStyle/>
        <a:p>
          <a:endParaRPr lang="en-GB"/>
        </a:p>
      </dgm:t>
    </dgm:pt>
    <dgm:pt modelId="{532E9924-FEB8-416E-A3CA-EF363316D050}" type="sibTrans" cxnId="{6A159F5A-5356-491B-ADCA-A654A138B31C}">
      <dgm:prSet/>
      <dgm:spPr/>
      <dgm:t>
        <a:bodyPr/>
        <a:lstStyle/>
        <a:p>
          <a:endParaRPr lang="en-GB"/>
        </a:p>
      </dgm:t>
    </dgm:pt>
    <dgm:pt modelId="{884DF199-C6F7-4A66-8440-81096C5F4DC4}">
      <dgm:prSet phldrT="[Text]"/>
      <dgm:spPr/>
      <dgm:t>
        <a:bodyPr/>
        <a:lstStyle/>
        <a:p>
          <a:r>
            <a:rPr lang="en-GB" dirty="0"/>
            <a:t>Groups similar sequences</a:t>
          </a:r>
        </a:p>
      </dgm:t>
    </dgm:pt>
    <dgm:pt modelId="{3434BB22-0C4B-4DE6-BFD2-161F20C10C81}" type="parTrans" cxnId="{804A3F36-8C92-4B7A-99BC-BE28F1CB42A8}">
      <dgm:prSet/>
      <dgm:spPr/>
      <dgm:t>
        <a:bodyPr/>
        <a:lstStyle/>
        <a:p>
          <a:endParaRPr lang="en-GB"/>
        </a:p>
      </dgm:t>
    </dgm:pt>
    <dgm:pt modelId="{62A6EE7F-E8D3-4E58-9F8A-1FA35E12B7EF}" type="sibTrans" cxnId="{804A3F36-8C92-4B7A-99BC-BE28F1CB42A8}">
      <dgm:prSet/>
      <dgm:spPr/>
      <dgm:t>
        <a:bodyPr/>
        <a:lstStyle/>
        <a:p>
          <a:endParaRPr lang="en-GB"/>
        </a:p>
      </dgm:t>
    </dgm:pt>
    <dgm:pt modelId="{B0AFFBC8-501B-478D-B3E1-4C2D9E2E636D}" type="pres">
      <dgm:prSet presAssocID="{D95D7FFB-5EEF-4C4C-9646-FECBAE12B539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81561AF-95F7-4FE1-B3C5-B405FE7A14D8}" type="pres">
      <dgm:prSet presAssocID="{567CF889-2E81-4F39-89D7-1EF48DA60B56}" presName="hierRoot1" presStyleCnt="0">
        <dgm:presLayoutVars>
          <dgm:hierBranch val="init"/>
        </dgm:presLayoutVars>
      </dgm:prSet>
      <dgm:spPr/>
    </dgm:pt>
    <dgm:pt modelId="{172FFB00-E599-46DB-8367-2519A6773B2C}" type="pres">
      <dgm:prSet presAssocID="{567CF889-2E81-4F39-89D7-1EF48DA60B56}" presName="rootComposite1" presStyleCnt="0"/>
      <dgm:spPr/>
    </dgm:pt>
    <dgm:pt modelId="{2EEC4FFE-3084-4814-AE40-7C8C5CE750A3}" type="pres">
      <dgm:prSet presAssocID="{567CF889-2E81-4F39-89D7-1EF48DA60B56}" presName="rootText1" presStyleLbl="alignAcc1" presStyleIdx="0" presStyleCnt="0">
        <dgm:presLayoutVars>
          <dgm:chPref val="3"/>
        </dgm:presLayoutVars>
      </dgm:prSet>
      <dgm:spPr/>
    </dgm:pt>
    <dgm:pt modelId="{D2DA0848-AF74-45B9-BBD6-A15B0B870AF2}" type="pres">
      <dgm:prSet presAssocID="{567CF889-2E81-4F39-89D7-1EF48DA60B56}" presName="topArc1" presStyleLbl="parChTrans1D1" presStyleIdx="0" presStyleCnt="8"/>
      <dgm:spPr/>
    </dgm:pt>
    <dgm:pt modelId="{5002431E-9278-4836-82EC-698D37646788}" type="pres">
      <dgm:prSet presAssocID="{567CF889-2E81-4F39-89D7-1EF48DA60B56}" presName="bottomArc1" presStyleLbl="parChTrans1D1" presStyleIdx="1" presStyleCnt="8"/>
      <dgm:spPr/>
    </dgm:pt>
    <dgm:pt modelId="{9D1F9DE4-7DDC-409C-BD28-D0BC1F18C7B3}" type="pres">
      <dgm:prSet presAssocID="{567CF889-2E81-4F39-89D7-1EF48DA60B56}" presName="topConnNode1" presStyleLbl="node1" presStyleIdx="0" presStyleCnt="0"/>
      <dgm:spPr/>
    </dgm:pt>
    <dgm:pt modelId="{E2804FE6-BB7C-48CD-A78B-473DCA5F72AD}" type="pres">
      <dgm:prSet presAssocID="{567CF889-2E81-4F39-89D7-1EF48DA60B56}" presName="hierChild2" presStyleCnt="0"/>
      <dgm:spPr/>
    </dgm:pt>
    <dgm:pt modelId="{195A4AD6-E79A-4D1C-84CC-3142F871D764}" type="pres">
      <dgm:prSet presAssocID="{3434BB22-0C4B-4DE6-BFD2-161F20C10C81}" presName="Name28" presStyleLbl="parChTrans1D2" presStyleIdx="0" presStyleCnt="3"/>
      <dgm:spPr/>
    </dgm:pt>
    <dgm:pt modelId="{F9D82D1E-8901-462F-9F10-715AF24CBCE9}" type="pres">
      <dgm:prSet presAssocID="{884DF199-C6F7-4A66-8440-81096C5F4DC4}" presName="hierRoot2" presStyleCnt="0">
        <dgm:presLayoutVars>
          <dgm:hierBranch val="init"/>
        </dgm:presLayoutVars>
      </dgm:prSet>
      <dgm:spPr/>
    </dgm:pt>
    <dgm:pt modelId="{680FB87B-9FD6-4C47-B1ED-ABAADDACEC1E}" type="pres">
      <dgm:prSet presAssocID="{884DF199-C6F7-4A66-8440-81096C5F4DC4}" presName="rootComposite2" presStyleCnt="0"/>
      <dgm:spPr/>
    </dgm:pt>
    <dgm:pt modelId="{B62CFC29-DDA5-431E-A350-A789681A4969}" type="pres">
      <dgm:prSet presAssocID="{884DF199-C6F7-4A66-8440-81096C5F4DC4}" presName="rootText2" presStyleLbl="alignAcc1" presStyleIdx="0" presStyleCnt="0">
        <dgm:presLayoutVars>
          <dgm:chPref val="3"/>
        </dgm:presLayoutVars>
      </dgm:prSet>
      <dgm:spPr/>
    </dgm:pt>
    <dgm:pt modelId="{477E1309-92A3-4B5E-A139-0D4B917A4963}" type="pres">
      <dgm:prSet presAssocID="{884DF199-C6F7-4A66-8440-81096C5F4DC4}" presName="topArc2" presStyleLbl="parChTrans1D1" presStyleIdx="2" presStyleCnt="8"/>
      <dgm:spPr/>
    </dgm:pt>
    <dgm:pt modelId="{E6F51266-EA1B-4BFA-B582-1AEABD71D35E}" type="pres">
      <dgm:prSet presAssocID="{884DF199-C6F7-4A66-8440-81096C5F4DC4}" presName="bottomArc2" presStyleLbl="parChTrans1D1" presStyleIdx="3" presStyleCnt="8"/>
      <dgm:spPr/>
    </dgm:pt>
    <dgm:pt modelId="{4A51F8BC-D482-4209-89F2-F38CA5E0ADEC}" type="pres">
      <dgm:prSet presAssocID="{884DF199-C6F7-4A66-8440-81096C5F4DC4}" presName="topConnNode2" presStyleLbl="node2" presStyleIdx="0" presStyleCnt="0"/>
      <dgm:spPr/>
    </dgm:pt>
    <dgm:pt modelId="{2F181484-4644-4E7E-AE7D-C5DA0250D04E}" type="pres">
      <dgm:prSet presAssocID="{884DF199-C6F7-4A66-8440-81096C5F4DC4}" presName="hierChild4" presStyleCnt="0"/>
      <dgm:spPr/>
    </dgm:pt>
    <dgm:pt modelId="{0004ABA3-4389-4E6E-866A-3ECD921BD00D}" type="pres">
      <dgm:prSet presAssocID="{884DF199-C6F7-4A66-8440-81096C5F4DC4}" presName="hierChild5" presStyleCnt="0"/>
      <dgm:spPr/>
    </dgm:pt>
    <dgm:pt modelId="{38CCF03D-22A7-4374-B951-A4012BB3EC60}" type="pres">
      <dgm:prSet presAssocID="{403AC19C-67D4-47E8-8B47-5ACCEB1B3374}" presName="Name28" presStyleLbl="parChTrans1D2" presStyleIdx="1" presStyleCnt="3"/>
      <dgm:spPr/>
    </dgm:pt>
    <dgm:pt modelId="{0BD57554-D6DB-4DC0-AEAC-E656D8662E1D}" type="pres">
      <dgm:prSet presAssocID="{F5AD9149-CB92-4EB9-834E-405E6CFAB3A1}" presName="hierRoot2" presStyleCnt="0">
        <dgm:presLayoutVars>
          <dgm:hierBranch val="init"/>
        </dgm:presLayoutVars>
      </dgm:prSet>
      <dgm:spPr/>
    </dgm:pt>
    <dgm:pt modelId="{DE0F51D8-B9D0-4F6E-8657-4BB6EEB10949}" type="pres">
      <dgm:prSet presAssocID="{F5AD9149-CB92-4EB9-834E-405E6CFAB3A1}" presName="rootComposite2" presStyleCnt="0"/>
      <dgm:spPr/>
    </dgm:pt>
    <dgm:pt modelId="{B7FA6E54-18E4-4A2F-8057-19C4FA1C9FF9}" type="pres">
      <dgm:prSet presAssocID="{F5AD9149-CB92-4EB9-834E-405E6CFAB3A1}" presName="rootText2" presStyleLbl="alignAcc1" presStyleIdx="0" presStyleCnt="0">
        <dgm:presLayoutVars>
          <dgm:chPref val="3"/>
        </dgm:presLayoutVars>
      </dgm:prSet>
      <dgm:spPr/>
    </dgm:pt>
    <dgm:pt modelId="{9FBA4DEA-B39E-422E-AE0E-DE2DB298260E}" type="pres">
      <dgm:prSet presAssocID="{F5AD9149-CB92-4EB9-834E-405E6CFAB3A1}" presName="topArc2" presStyleLbl="parChTrans1D1" presStyleIdx="4" presStyleCnt="8"/>
      <dgm:spPr/>
    </dgm:pt>
    <dgm:pt modelId="{01E34B4B-0695-43CE-83DB-78A24FA61094}" type="pres">
      <dgm:prSet presAssocID="{F5AD9149-CB92-4EB9-834E-405E6CFAB3A1}" presName="bottomArc2" presStyleLbl="parChTrans1D1" presStyleIdx="5" presStyleCnt="8"/>
      <dgm:spPr/>
    </dgm:pt>
    <dgm:pt modelId="{27547AFD-8A7E-4726-8073-E9FE5C6C87F2}" type="pres">
      <dgm:prSet presAssocID="{F5AD9149-CB92-4EB9-834E-405E6CFAB3A1}" presName="topConnNode2" presStyleLbl="node2" presStyleIdx="0" presStyleCnt="0"/>
      <dgm:spPr/>
    </dgm:pt>
    <dgm:pt modelId="{18BF90A9-2D5E-4111-B3EA-1084D94BCCCC}" type="pres">
      <dgm:prSet presAssocID="{F5AD9149-CB92-4EB9-834E-405E6CFAB3A1}" presName="hierChild4" presStyleCnt="0"/>
      <dgm:spPr/>
    </dgm:pt>
    <dgm:pt modelId="{81848D0A-F92F-43EA-83E9-4AA4924DBF68}" type="pres">
      <dgm:prSet presAssocID="{F5AD9149-CB92-4EB9-834E-405E6CFAB3A1}" presName="hierChild5" presStyleCnt="0"/>
      <dgm:spPr/>
    </dgm:pt>
    <dgm:pt modelId="{73DE5C81-3291-4D8A-96BB-B3ABE76A3637}" type="pres">
      <dgm:prSet presAssocID="{A98DE6D4-41F1-4E06-93C2-849DF9202787}" presName="Name28" presStyleLbl="parChTrans1D2" presStyleIdx="2" presStyleCnt="3"/>
      <dgm:spPr/>
    </dgm:pt>
    <dgm:pt modelId="{F584FB8C-FFAC-4380-95EC-CF2F79DF2A71}" type="pres">
      <dgm:prSet presAssocID="{5FD3683F-DAE9-4B17-8D54-6D00D405AE38}" presName="hierRoot2" presStyleCnt="0">
        <dgm:presLayoutVars>
          <dgm:hierBranch val="init"/>
        </dgm:presLayoutVars>
      </dgm:prSet>
      <dgm:spPr/>
    </dgm:pt>
    <dgm:pt modelId="{F4AA202F-F211-41A9-8700-179C8053889C}" type="pres">
      <dgm:prSet presAssocID="{5FD3683F-DAE9-4B17-8D54-6D00D405AE38}" presName="rootComposite2" presStyleCnt="0"/>
      <dgm:spPr/>
    </dgm:pt>
    <dgm:pt modelId="{C2F760C4-9ED7-46FF-9CBD-4C9E407A79DF}" type="pres">
      <dgm:prSet presAssocID="{5FD3683F-DAE9-4B17-8D54-6D00D405AE38}" presName="rootText2" presStyleLbl="alignAcc1" presStyleIdx="0" presStyleCnt="0">
        <dgm:presLayoutVars>
          <dgm:chPref val="3"/>
        </dgm:presLayoutVars>
      </dgm:prSet>
      <dgm:spPr/>
    </dgm:pt>
    <dgm:pt modelId="{07F9D640-EE57-47F3-8653-F4EBC9B23050}" type="pres">
      <dgm:prSet presAssocID="{5FD3683F-DAE9-4B17-8D54-6D00D405AE38}" presName="topArc2" presStyleLbl="parChTrans1D1" presStyleIdx="6" presStyleCnt="8"/>
      <dgm:spPr/>
    </dgm:pt>
    <dgm:pt modelId="{5B642964-2FEC-4BE2-B557-6C9F2492145D}" type="pres">
      <dgm:prSet presAssocID="{5FD3683F-DAE9-4B17-8D54-6D00D405AE38}" presName="bottomArc2" presStyleLbl="parChTrans1D1" presStyleIdx="7" presStyleCnt="8"/>
      <dgm:spPr/>
    </dgm:pt>
    <dgm:pt modelId="{A31945CA-E1AA-4E4E-B8C2-EA8C605371DB}" type="pres">
      <dgm:prSet presAssocID="{5FD3683F-DAE9-4B17-8D54-6D00D405AE38}" presName="topConnNode2" presStyleLbl="node2" presStyleIdx="0" presStyleCnt="0"/>
      <dgm:spPr/>
    </dgm:pt>
    <dgm:pt modelId="{2807F78D-9B96-46B4-9C2F-B04DB0DAB32F}" type="pres">
      <dgm:prSet presAssocID="{5FD3683F-DAE9-4B17-8D54-6D00D405AE38}" presName="hierChild4" presStyleCnt="0"/>
      <dgm:spPr/>
    </dgm:pt>
    <dgm:pt modelId="{431FC5B1-B2E3-4888-B4DA-99BF901A6D4A}" type="pres">
      <dgm:prSet presAssocID="{5FD3683F-DAE9-4B17-8D54-6D00D405AE38}" presName="hierChild5" presStyleCnt="0"/>
      <dgm:spPr/>
    </dgm:pt>
    <dgm:pt modelId="{BE40C7BE-43EC-4F8B-8139-DFCFCB01DD30}" type="pres">
      <dgm:prSet presAssocID="{567CF889-2E81-4F39-89D7-1EF48DA60B56}" presName="hierChild3" presStyleCnt="0"/>
      <dgm:spPr/>
    </dgm:pt>
  </dgm:ptLst>
  <dgm:cxnLst>
    <dgm:cxn modelId="{51B2C60B-ECEB-446A-BA92-E18241C07A0B}" type="presOf" srcId="{3434BB22-0C4B-4DE6-BFD2-161F20C10C81}" destId="{195A4AD6-E79A-4D1C-84CC-3142F871D764}" srcOrd="0" destOrd="0" presId="urn:microsoft.com/office/officeart/2008/layout/HalfCircleOrganizationChart"/>
    <dgm:cxn modelId="{E6BC2B0D-3F30-4C2D-AD6F-7787FE7E301A}" type="presOf" srcId="{5FD3683F-DAE9-4B17-8D54-6D00D405AE38}" destId="{A31945CA-E1AA-4E4E-B8C2-EA8C605371DB}" srcOrd="1" destOrd="0" presId="urn:microsoft.com/office/officeart/2008/layout/HalfCircleOrganizationChart"/>
    <dgm:cxn modelId="{3D94291D-4507-4349-B436-0DBDF7B7AE29}" srcId="{567CF889-2E81-4F39-89D7-1EF48DA60B56}" destId="{F5AD9149-CB92-4EB9-834E-405E6CFAB3A1}" srcOrd="1" destOrd="0" parTransId="{403AC19C-67D4-47E8-8B47-5ACCEB1B3374}" sibTransId="{5BAF9107-4745-4AEF-B072-02184AD91CCD}"/>
    <dgm:cxn modelId="{24A93535-D5FE-479C-88B0-D5441D4A2598}" type="presOf" srcId="{567CF889-2E81-4F39-89D7-1EF48DA60B56}" destId="{9D1F9DE4-7DDC-409C-BD28-D0BC1F18C7B3}" srcOrd="1" destOrd="0" presId="urn:microsoft.com/office/officeart/2008/layout/HalfCircleOrganizationChart"/>
    <dgm:cxn modelId="{804A3F36-8C92-4B7A-99BC-BE28F1CB42A8}" srcId="{567CF889-2E81-4F39-89D7-1EF48DA60B56}" destId="{884DF199-C6F7-4A66-8440-81096C5F4DC4}" srcOrd="0" destOrd="0" parTransId="{3434BB22-0C4B-4DE6-BFD2-161F20C10C81}" sibTransId="{62A6EE7F-E8D3-4E58-9F8A-1FA35E12B7EF}"/>
    <dgm:cxn modelId="{E793D463-3B68-4865-934E-ECDC92C7D8C2}" type="presOf" srcId="{884DF199-C6F7-4A66-8440-81096C5F4DC4}" destId="{B62CFC29-DDA5-431E-A350-A789681A4969}" srcOrd="0" destOrd="0" presId="urn:microsoft.com/office/officeart/2008/layout/HalfCircleOrganizationChart"/>
    <dgm:cxn modelId="{7A7C1874-B669-401D-A9F7-6652042FAFA3}" type="presOf" srcId="{F5AD9149-CB92-4EB9-834E-405E6CFAB3A1}" destId="{B7FA6E54-18E4-4A2F-8057-19C4FA1C9FF9}" srcOrd="0" destOrd="0" presId="urn:microsoft.com/office/officeart/2008/layout/HalfCircleOrganizationChart"/>
    <dgm:cxn modelId="{6A159F5A-5356-491B-ADCA-A654A138B31C}" srcId="{567CF889-2E81-4F39-89D7-1EF48DA60B56}" destId="{5FD3683F-DAE9-4B17-8D54-6D00D405AE38}" srcOrd="2" destOrd="0" parTransId="{A98DE6D4-41F1-4E06-93C2-849DF9202787}" sibTransId="{532E9924-FEB8-416E-A3CA-EF363316D050}"/>
    <dgm:cxn modelId="{2C746C87-AD4A-4499-80DE-897E98CD0B80}" type="presOf" srcId="{567CF889-2E81-4F39-89D7-1EF48DA60B56}" destId="{2EEC4FFE-3084-4814-AE40-7C8C5CE750A3}" srcOrd="0" destOrd="0" presId="urn:microsoft.com/office/officeart/2008/layout/HalfCircleOrganizationChart"/>
    <dgm:cxn modelId="{1BDED690-4F7E-42FB-89B0-C3766B337E1E}" type="presOf" srcId="{884DF199-C6F7-4A66-8440-81096C5F4DC4}" destId="{4A51F8BC-D482-4209-89F2-F38CA5E0ADEC}" srcOrd="1" destOrd="0" presId="urn:microsoft.com/office/officeart/2008/layout/HalfCircleOrganizationChart"/>
    <dgm:cxn modelId="{68D51CAD-2E07-47C7-A0CC-2E9BBA433C17}" type="presOf" srcId="{5FD3683F-DAE9-4B17-8D54-6D00D405AE38}" destId="{C2F760C4-9ED7-46FF-9CBD-4C9E407A79DF}" srcOrd="0" destOrd="0" presId="urn:microsoft.com/office/officeart/2008/layout/HalfCircleOrganizationChart"/>
    <dgm:cxn modelId="{55758ABA-F6D7-45F9-98D2-CE8829FE3B03}" srcId="{D95D7FFB-5EEF-4C4C-9646-FECBAE12B539}" destId="{567CF889-2E81-4F39-89D7-1EF48DA60B56}" srcOrd="0" destOrd="0" parTransId="{BEF88D92-1556-4A2B-9DDD-63FA333A9A09}" sibTransId="{3E811F34-8C51-4675-ABFB-969501887EB6}"/>
    <dgm:cxn modelId="{2C3CF7C3-944B-4DB8-AB13-19A3BD843289}" type="presOf" srcId="{A98DE6D4-41F1-4E06-93C2-849DF9202787}" destId="{73DE5C81-3291-4D8A-96BB-B3ABE76A3637}" srcOrd="0" destOrd="0" presId="urn:microsoft.com/office/officeart/2008/layout/HalfCircleOrganizationChart"/>
    <dgm:cxn modelId="{6435B9DB-92BF-428C-A27A-5735C839E2DF}" type="presOf" srcId="{403AC19C-67D4-47E8-8B47-5ACCEB1B3374}" destId="{38CCF03D-22A7-4374-B951-A4012BB3EC60}" srcOrd="0" destOrd="0" presId="urn:microsoft.com/office/officeart/2008/layout/HalfCircleOrganizationChart"/>
    <dgm:cxn modelId="{76FA23E8-D678-4012-AF84-21EAD195C673}" type="presOf" srcId="{D95D7FFB-5EEF-4C4C-9646-FECBAE12B539}" destId="{B0AFFBC8-501B-478D-B3E1-4C2D9E2E636D}" srcOrd="0" destOrd="0" presId="urn:microsoft.com/office/officeart/2008/layout/HalfCircleOrganizationChart"/>
    <dgm:cxn modelId="{FD820BF3-6F52-4CF3-BF05-56973DAEC3BB}" type="presOf" srcId="{F5AD9149-CB92-4EB9-834E-405E6CFAB3A1}" destId="{27547AFD-8A7E-4726-8073-E9FE5C6C87F2}" srcOrd="1" destOrd="0" presId="urn:microsoft.com/office/officeart/2008/layout/HalfCircleOrganizationChart"/>
    <dgm:cxn modelId="{AD8AAE9E-FE35-4B58-BFA4-3897EF1638AA}" type="presParOf" srcId="{B0AFFBC8-501B-478D-B3E1-4C2D9E2E636D}" destId="{D81561AF-95F7-4FE1-B3C5-B405FE7A14D8}" srcOrd="0" destOrd="0" presId="urn:microsoft.com/office/officeart/2008/layout/HalfCircleOrganizationChart"/>
    <dgm:cxn modelId="{11C9FC3C-CB3B-4871-968C-6414F3244CC7}" type="presParOf" srcId="{D81561AF-95F7-4FE1-B3C5-B405FE7A14D8}" destId="{172FFB00-E599-46DB-8367-2519A6773B2C}" srcOrd="0" destOrd="0" presId="urn:microsoft.com/office/officeart/2008/layout/HalfCircleOrganizationChart"/>
    <dgm:cxn modelId="{958082FC-B0AC-44BA-9033-4D44F4459590}" type="presParOf" srcId="{172FFB00-E599-46DB-8367-2519A6773B2C}" destId="{2EEC4FFE-3084-4814-AE40-7C8C5CE750A3}" srcOrd="0" destOrd="0" presId="urn:microsoft.com/office/officeart/2008/layout/HalfCircleOrganizationChart"/>
    <dgm:cxn modelId="{237E3FAD-C9E4-4105-A986-1A4B0F681149}" type="presParOf" srcId="{172FFB00-E599-46DB-8367-2519A6773B2C}" destId="{D2DA0848-AF74-45B9-BBD6-A15B0B870AF2}" srcOrd="1" destOrd="0" presId="urn:microsoft.com/office/officeart/2008/layout/HalfCircleOrganizationChart"/>
    <dgm:cxn modelId="{DCF878DD-04FA-4E16-A8D0-294DAEF3D0A1}" type="presParOf" srcId="{172FFB00-E599-46DB-8367-2519A6773B2C}" destId="{5002431E-9278-4836-82EC-698D37646788}" srcOrd="2" destOrd="0" presId="urn:microsoft.com/office/officeart/2008/layout/HalfCircleOrganizationChart"/>
    <dgm:cxn modelId="{176709CC-7704-4D58-9AAB-7859A96C47D3}" type="presParOf" srcId="{172FFB00-E599-46DB-8367-2519A6773B2C}" destId="{9D1F9DE4-7DDC-409C-BD28-D0BC1F18C7B3}" srcOrd="3" destOrd="0" presId="urn:microsoft.com/office/officeart/2008/layout/HalfCircleOrganizationChart"/>
    <dgm:cxn modelId="{53CC0391-065D-46F5-959F-860DE2C74120}" type="presParOf" srcId="{D81561AF-95F7-4FE1-B3C5-B405FE7A14D8}" destId="{E2804FE6-BB7C-48CD-A78B-473DCA5F72AD}" srcOrd="1" destOrd="0" presId="urn:microsoft.com/office/officeart/2008/layout/HalfCircleOrganizationChart"/>
    <dgm:cxn modelId="{442FB689-B864-4400-8104-8131C43FB5EC}" type="presParOf" srcId="{E2804FE6-BB7C-48CD-A78B-473DCA5F72AD}" destId="{195A4AD6-E79A-4D1C-84CC-3142F871D764}" srcOrd="0" destOrd="0" presId="urn:microsoft.com/office/officeart/2008/layout/HalfCircleOrganizationChart"/>
    <dgm:cxn modelId="{2E211BB0-4238-4B35-AA23-06B36A5C8FD4}" type="presParOf" srcId="{E2804FE6-BB7C-48CD-A78B-473DCA5F72AD}" destId="{F9D82D1E-8901-462F-9F10-715AF24CBCE9}" srcOrd="1" destOrd="0" presId="urn:microsoft.com/office/officeart/2008/layout/HalfCircleOrganizationChart"/>
    <dgm:cxn modelId="{45AAA6CD-E329-4D25-B61D-7C285068B87F}" type="presParOf" srcId="{F9D82D1E-8901-462F-9F10-715AF24CBCE9}" destId="{680FB87B-9FD6-4C47-B1ED-ABAADDACEC1E}" srcOrd="0" destOrd="0" presId="urn:microsoft.com/office/officeart/2008/layout/HalfCircleOrganizationChart"/>
    <dgm:cxn modelId="{6F45BF3D-91CE-4B3E-96B4-B81C4B58661B}" type="presParOf" srcId="{680FB87B-9FD6-4C47-B1ED-ABAADDACEC1E}" destId="{B62CFC29-DDA5-431E-A350-A789681A4969}" srcOrd="0" destOrd="0" presId="urn:microsoft.com/office/officeart/2008/layout/HalfCircleOrganizationChart"/>
    <dgm:cxn modelId="{8155427E-92DC-4E84-9A38-F5B0ACC3B489}" type="presParOf" srcId="{680FB87B-9FD6-4C47-B1ED-ABAADDACEC1E}" destId="{477E1309-92A3-4B5E-A139-0D4B917A4963}" srcOrd="1" destOrd="0" presId="urn:microsoft.com/office/officeart/2008/layout/HalfCircleOrganizationChart"/>
    <dgm:cxn modelId="{A4E7A9BE-8115-4E33-B566-0072DEF54F23}" type="presParOf" srcId="{680FB87B-9FD6-4C47-B1ED-ABAADDACEC1E}" destId="{E6F51266-EA1B-4BFA-B582-1AEABD71D35E}" srcOrd="2" destOrd="0" presId="urn:microsoft.com/office/officeart/2008/layout/HalfCircleOrganizationChart"/>
    <dgm:cxn modelId="{C3430696-EC49-4A2B-8A0E-EBCB66802B5D}" type="presParOf" srcId="{680FB87B-9FD6-4C47-B1ED-ABAADDACEC1E}" destId="{4A51F8BC-D482-4209-89F2-F38CA5E0ADEC}" srcOrd="3" destOrd="0" presId="urn:microsoft.com/office/officeart/2008/layout/HalfCircleOrganizationChart"/>
    <dgm:cxn modelId="{8AFECB7E-A6C9-40C5-B12C-6698D35FF434}" type="presParOf" srcId="{F9D82D1E-8901-462F-9F10-715AF24CBCE9}" destId="{2F181484-4644-4E7E-AE7D-C5DA0250D04E}" srcOrd="1" destOrd="0" presId="urn:microsoft.com/office/officeart/2008/layout/HalfCircleOrganizationChart"/>
    <dgm:cxn modelId="{3A2DBE94-76C8-4CAC-9134-D60AEFD96A9F}" type="presParOf" srcId="{F9D82D1E-8901-462F-9F10-715AF24CBCE9}" destId="{0004ABA3-4389-4E6E-866A-3ECD921BD00D}" srcOrd="2" destOrd="0" presId="urn:microsoft.com/office/officeart/2008/layout/HalfCircleOrganizationChart"/>
    <dgm:cxn modelId="{CD01BD38-9C20-4A77-B4DA-23A45C3CE861}" type="presParOf" srcId="{E2804FE6-BB7C-48CD-A78B-473DCA5F72AD}" destId="{38CCF03D-22A7-4374-B951-A4012BB3EC60}" srcOrd="2" destOrd="0" presId="urn:microsoft.com/office/officeart/2008/layout/HalfCircleOrganizationChart"/>
    <dgm:cxn modelId="{468AEEE2-3403-4B26-817A-8F774E78CDD9}" type="presParOf" srcId="{E2804FE6-BB7C-48CD-A78B-473DCA5F72AD}" destId="{0BD57554-D6DB-4DC0-AEAC-E656D8662E1D}" srcOrd="3" destOrd="0" presId="urn:microsoft.com/office/officeart/2008/layout/HalfCircleOrganizationChart"/>
    <dgm:cxn modelId="{B4EF97C6-7F72-4835-8E0D-9694D301E0C8}" type="presParOf" srcId="{0BD57554-D6DB-4DC0-AEAC-E656D8662E1D}" destId="{DE0F51D8-B9D0-4F6E-8657-4BB6EEB10949}" srcOrd="0" destOrd="0" presId="urn:microsoft.com/office/officeart/2008/layout/HalfCircleOrganizationChart"/>
    <dgm:cxn modelId="{658D5E1D-FB3B-4905-8EA5-0DADAB2CE77A}" type="presParOf" srcId="{DE0F51D8-B9D0-4F6E-8657-4BB6EEB10949}" destId="{B7FA6E54-18E4-4A2F-8057-19C4FA1C9FF9}" srcOrd="0" destOrd="0" presId="urn:microsoft.com/office/officeart/2008/layout/HalfCircleOrganizationChart"/>
    <dgm:cxn modelId="{54296E96-DC5B-4C29-BA26-BFB6444B399B}" type="presParOf" srcId="{DE0F51D8-B9D0-4F6E-8657-4BB6EEB10949}" destId="{9FBA4DEA-B39E-422E-AE0E-DE2DB298260E}" srcOrd="1" destOrd="0" presId="urn:microsoft.com/office/officeart/2008/layout/HalfCircleOrganizationChart"/>
    <dgm:cxn modelId="{C78AF044-0D1B-45F8-AF7C-BF193D101653}" type="presParOf" srcId="{DE0F51D8-B9D0-4F6E-8657-4BB6EEB10949}" destId="{01E34B4B-0695-43CE-83DB-78A24FA61094}" srcOrd="2" destOrd="0" presId="urn:microsoft.com/office/officeart/2008/layout/HalfCircleOrganizationChart"/>
    <dgm:cxn modelId="{0BBBEB15-9919-4423-B534-9F1BDC922DD8}" type="presParOf" srcId="{DE0F51D8-B9D0-4F6E-8657-4BB6EEB10949}" destId="{27547AFD-8A7E-4726-8073-E9FE5C6C87F2}" srcOrd="3" destOrd="0" presId="urn:microsoft.com/office/officeart/2008/layout/HalfCircleOrganizationChart"/>
    <dgm:cxn modelId="{C5409539-05D1-4EDF-BD0E-F5341BCB976B}" type="presParOf" srcId="{0BD57554-D6DB-4DC0-AEAC-E656D8662E1D}" destId="{18BF90A9-2D5E-4111-B3EA-1084D94BCCCC}" srcOrd="1" destOrd="0" presId="urn:microsoft.com/office/officeart/2008/layout/HalfCircleOrganizationChart"/>
    <dgm:cxn modelId="{67DCDD5C-BE46-4159-AE41-4661542937E8}" type="presParOf" srcId="{0BD57554-D6DB-4DC0-AEAC-E656D8662E1D}" destId="{81848D0A-F92F-43EA-83E9-4AA4924DBF68}" srcOrd="2" destOrd="0" presId="urn:microsoft.com/office/officeart/2008/layout/HalfCircleOrganizationChart"/>
    <dgm:cxn modelId="{B53E61A4-22E6-42E1-8848-18F54ED9B934}" type="presParOf" srcId="{E2804FE6-BB7C-48CD-A78B-473DCA5F72AD}" destId="{73DE5C81-3291-4D8A-96BB-B3ABE76A3637}" srcOrd="4" destOrd="0" presId="urn:microsoft.com/office/officeart/2008/layout/HalfCircleOrganizationChart"/>
    <dgm:cxn modelId="{3A4F5E80-CB00-427D-9A19-CD24ED1D36BA}" type="presParOf" srcId="{E2804FE6-BB7C-48CD-A78B-473DCA5F72AD}" destId="{F584FB8C-FFAC-4380-95EC-CF2F79DF2A71}" srcOrd="5" destOrd="0" presId="urn:microsoft.com/office/officeart/2008/layout/HalfCircleOrganizationChart"/>
    <dgm:cxn modelId="{F9EA572E-08A3-46DD-B85B-356F935D1E4C}" type="presParOf" srcId="{F584FB8C-FFAC-4380-95EC-CF2F79DF2A71}" destId="{F4AA202F-F211-41A9-8700-179C8053889C}" srcOrd="0" destOrd="0" presId="urn:microsoft.com/office/officeart/2008/layout/HalfCircleOrganizationChart"/>
    <dgm:cxn modelId="{5FAE7DE4-E886-4050-BEB5-0A53070D0549}" type="presParOf" srcId="{F4AA202F-F211-41A9-8700-179C8053889C}" destId="{C2F760C4-9ED7-46FF-9CBD-4C9E407A79DF}" srcOrd="0" destOrd="0" presId="urn:microsoft.com/office/officeart/2008/layout/HalfCircleOrganizationChart"/>
    <dgm:cxn modelId="{727DA03B-E7FA-424A-A616-E3F6F134E025}" type="presParOf" srcId="{F4AA202F-F211-41A9-8700-179C8053889C}" destId="{07F9D640-EE57-47F3-8653-F4EBC9B23050}" srcOrd="1" destOrd="0" presId="urn:microsoft.com/office/officeart/2008/layout/HalfCircleOrganizationChart"/>
    <dgm:cxn modelId="{A4CA147F-EF9B-4B42-85E0-0417BE432891}" type="presParOf" srcId="{F4AA202F-F211-41A9-8700-179C8053889C}" destId="{5B642964-2FEC-4BE2-B557-6C9F2492145D}" srcOrd="2" destOrd="0" presId="urn:microsoft.com/office/officeart/2008/layout/HalfCircleOrganizationChart"/>
    <dgm:cxn modelId="{8D9FB438-D56F-44F2-87A0-47D63D4F40B5}" type="presParOf" srcId="{F4AA202F-F211-41A9-8700-179C8053889C}" destId="{A31945CA-E1AA-4E4E-B8C2-EA8C605371DB}" srcOrd="3" destOrd="0" presId="urn:microsoft.com/office/officeart/2008/layout/HalfCircleOrganizationChart"/>
    <dgm:cxn modelId="{A9E990B7-771A-40C7-A1C0-53C92B435CFE}" type="presParOf" srcId="{F584FB8C-FFAC-4380-95EC-CF2F79DF2A71}" destId="{2807F78D-9B96-46B4-9C2F-B04DB0DAB32F}" srcOrd="1" destOrd="0" presId="urn:microsoft.com/office/officeart/2008/layout/HalfCircleOrganizationChart"/>
    <dgm:cxn modelId="{28F2AC24-7F6A-4190-8215-AD102C911EE0}" type="presParOf" srcId="{F584FB8C-FFAC-4380-95EC-CF2F79DF2A71}" destId="{431FC5B1-B2E3-4888-B4DA-99BF901A6D4A}" srcOrd="2" destOrd="0" presId="urn:microsoft.com/office/officeart/2008/layout/HalfCircleOrganizationChart"/>
    <dgm:cxn modelId="{D6ED690B-C156-48B7-87B0-D29578CBE126}" type="presParOf" srcId="{D81561AF-95F7-4FE1-B3C5-B405FE7A14D8}" destId="{BE40C7BE-43EC-4F8B-8139-DFCFCB01DD30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7E735-23DD-4DD0-A368-D69297821E6F}">
      <dsp:nvSpPr>
        <dsp:cNvPr id="0" name=""/>
        <dsp:cNvSpPr/>
      </dsp:nvSpPr>
      <dsp:spPr>
        <a:xfrm>
          <a:off x="2007585" y="27914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AC2CC-089F-4354-9CC8-69C0B728DE32}">
      <dsp:nvSpPr>
        <dsp:cNvPr id="0" name=""/>
        <dsp:cNvSpPr/>
      </dsp:nvSpPr>
      <dsp:spPr>
        <a:xfrm>
          <a:off x="559800" y="195913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/>
            <a:t>Workhorses of all living organisms</a:t>
          </a:r>
          <a:endParaRPr lang="en-US" sz="2000" kern="1200" dirty="0"/>
        </a:p>
      </dsp:txBody>
      <dsp:txXfrm>
        <a:off x="559800" y="1959135"/>
        <a:ext cx="4320000" cy="648000"/>
      </dsp:txXfrm>
    </dsp:sp>
    <dsp:sp modelId="{3B6663D7-8A14-46B9-9344-26C69B9950A2}">
      <dsp:nvSpPr>
        <dsp:cNvPr id="0" name=""/>
        <dsp:cNvSpPr/>
      </dsp:nvSpPr>
      <dsp:spPr>
        <a:xfrm>
          <a:off x="559800" y="2682782"/>
          <a:ext cx="4320000" cy="1384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Regulate our bodies systems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i="1" kern="1200" dirty="0"/>
            <a:t>Hormones &amp; enzymes</a:t>
          </a:r>
          <a:endParaRPr lang="en-US" sz="1500" i="1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Fight diseases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Antibodies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559800" y="2682782"/>
        <a:ext cx="4320000" cy="1384061"/>
      </dsp:txXfrm>
    </dsp:sp>
    <dsp:sp modelId="{00A0A78A-EE6C-45B2-B259-B4BD726C194C}">
      <dsp:nvSpPr>
        <dsp:cNvPr id="0" name=""/>
        <dsp:cNvSpPr/>
      </dsp:nvSpPr>
      <dsp:spPr>
        <a:xfrm>
          <a:off x="7016407" y="28449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5DE30-A1CA-4326-83A3-4BA5A89FDE4A}">
      <dsp:nvSpPr>
        <dsp:cNvPr id="0" name=""/>
        <dsp:cNvSpPr/>
      </dsp:nvSpPr>
      <dsp:spPr>
        <a:xfrm>
          <a:off x="5635800" y="195913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/>
            <a:t>Why design these proteins</a:t>
          </a:r>
          <a:endParaRPr lang="en-US" sz="2000" kern="1200"/>
        </a:p>
      </dsp:txBody>
      <dsp:txXfrm>
        <a:off x="5635800" y="1959135"/>
        <a:ext cx="4320000" cy="648000"/>
      </dsp:txXfrm>
    </dsp:sp>
    <dsp:sp modelId="{87AAA632-E660-4D83-8E65-004786817B26}">
      <dsp:nvSpPr>
        <dsp:cNvPr id="0" name=""/>
        <dsp:cNvSpPr/>
      </dsp:nvSpPr>
      <dsp:spPr>
        <a:xfrm>
          <a:off x="5635800" y="2682782"/>
          <a:ext cx="4320000" cy="1384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Specialized enzymes speed up break down materials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Plastics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Specialized medicines for new viruses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i="1" kern="1200" dirty="0"/>
            <a:t>COVID-19</a:t>
          </a:r>
          <a:endParaRPr lang="en-US" sz="1500" i="1" kern="1200" dirty="0"/>
        </a:p>
      </dsp:txBody>
      <dsp:txXfrm>
        <a:off x="5635800" y="2682782"/>
        <a:ext cx="4320000" cy="13840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6DC35-27F7-44B5-9FD0-5385105A25B0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5F689-CA71-4027-BACE-FB88CEF61D70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C2799-6AA3-4685-A1C7-E1BA202404C8}">
      <dsp:nvSpPr>
        <dsp:cNvPr id="0" name=""/>
        <dsp:cNvSpPr/>
      </dsp:nvSpPr>
      <dsp:spPr>
        <a:xfrm>
          <a:off x="1507738" y="707092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Sequence of letters</a:t>
          </a:r>
          <a:endParaRPr lang="en-US" sz="2500" kern="1200" dirty="0"/>
        </a:p>
      </dsp:txBody>
      <dsp:txXfrm>
        <a:off x="1507738" y="707092"/>
        <a:ext cx="4732020" cy="1305401"/>
      </dsp:txXfrm>
    </dsp:sp>
    <dsp:sp modelId="{7967DA91-5E3C-43CD-8753-901D7B18CF58}">
      <dsp:nvSpPr>
        <dsp:cNvPr id="0" name=""/>
        <dsp:cNvSpPr/>
      </dsp:nvSpPr>
      <dsp:spPr>
        <a:xfrm>
          <a:off x="6239758" y="707092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i="1" kern="1200" dirty="0"/>
            <a:t>…MSTDMAG…</a:t>
          </a:r>
          <a:endParaRPr lang="en-US" sz="1800" kern="1200" dirty="0"/>
        </a:p>
      </dsp:txBody>
      <dsp:txXfrm>
        <a:off x="6239758" y="707092"/>
        <a:ext cx="4275841" cy="1305401"/>
      </dsp:txXfrm>
    </dsp:sp>
    <dsp:sp modelId="{0D6B8ACD-B8BA-459F-863A-52FF74F4F6A1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CE66C-C0F1-46DC-8A1D-7CFD9F8D3362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FB94B-5DA5-4E5B-9964-3A8187850011}">
      <dsp:nvSpPr>
        <dsp:cNvPr id="0" name=""/>
        <dsp:cNvSpPr/>
      </dsp:nvSpPr>
      <dsp:spPr>
        <a:xfrm>
          <a:off x="1507738" y="2338844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Coordinates of 3D structure</a:t>
          </a:r>
        </a:p>
      </dsp:txBody>
      <dsp:txXfrm>
        <a:off x="1507738" y="2338844"/>
        <a:ext cx="4732020" cy="1305401"/>
      </dsp:txXfrm>
    </dsp:sp>
    <dsp:sp modelId="{BB114712-BD73-4182-BB1E-559519B93EED}">
      <dsp:nvSpPr>
        <dsp:cNvPr id="0" name=""/>
        <dsp:cNvSpPr/>
      </dsp:nvSpPr>
      <dsp:spPr>
        <a:xfrm>
          <a:off x="6239758" y="2338844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   (</a:t>
          </a:r>
          <a:r>
            <a:rPr lang="en-US" sz="1800" i="1" kern="1200" dirty="0" err="1"/>
            <a:t>x,y,z</a:t>
          </a:r>
          <a:r>
            <a:rPr lang="en-US" sz="1800" i="1" kern="1200" dirty="0"/>
            <a:t>)</a:t>
          </a:r>
        </a:p>
      </dsp:txBody>
      <dsp:txXfrm>
        <a:off x="6239758" y="2338844"/>
        <a:ext cx="4275841" cy="1305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83DED-700C-4D06-A875-B001BA157EDC}">
      <dsp:nvSpPr>
        <dsp:cNvPr id="0" name=""/>
        <dsp:cNvSpPr/>
      </dsp:nvSpPr>
      <dsp:spPr>
        <a:xfrm>
          <a:off x="658608" y="1420561"/>
          <a:ext cx="1316009" cy="131600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13B7F7-35BA-4EEA-BF8A-C0FD17ECFA9C}">
      <dsp:nvSpPr>
        <dsp:cNvPr id="0" name=""/>
        <dsp:cNvSpPr/>
      </dsp:nvSpPr>
      <dsp:spPr>
        <a:xfrm>
          <a:off x="658608" y="1420561"/>
          <a:ext cx="1316009" cy="131600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F1C9D6-ECD5-40DE-9600-F7F8AA806DE7}">
      <dsp:nvSpPr>
        <dsp:cNvPr id="0" name=""/>
        <dsp:cNvSpPr/>
      </dsp:nvSpPr>
      <dsp:spPr>
        <a:xfrm>
          <a:off x="604" y="1657443"/>
          <a:ext cx="2632018" cy="8422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Sequence-to-structure models</a:t>
          </a:r>
        </a:p>
      </dsp:txBody>
      <dsp:txXfrm>
        <a:off x="604" y="1657443"/>
        <a:ext cx="2632018" cy="842245"/>
      </dsp:txXfrm>
    </dsp:sp>
    <dsp:sp modelId="{63F8BD1F-38CF-45DC-8BC9-56586E1E5752}">
      <dsp:nvSpPr>
        <dsp:cNvPr id="0" name=""/>
        <dsp:cNvSpPr/>
      </dsp:nvSpPr>
      <dsp:spPr>
        <a:xfrm>
          <a:off x="3843350" y="1420561"/>
          <a:ext cx="1316009" cy="131600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3581B9-8AC4-43AC-B5FD-01D99797E715}">
      <dsp:nvSpPr>
        <dsp:cNvPr id="0" name=""/>
        <dsp:cNvSpPr/>
      </dsp:nvSpPr>
      <dsp:spPr>
        <a:xfrm>
          <a:off x="3843350" y="1420561"/>
          <a:ext cx="1316009" cy="131600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ACEC14-1FF6-4E0C-90B6-BE08A3289646}">
      <dsp:nvSpPr>
        <dsp:cNvPr id="0" name=""/>
        <dsp:cNvSpPr/>
      </dsp:nvSpPr>
      <dsp:spPr>
        <a:xfrm>
          <a:off x="3185346" y="1657443"/>
          <a:ext cx="2632018" cy="8422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Start at source</a:t>
          </a:r>
        </a:p>
      </dsp:txBody>
      <dsp:txXfrm>
        <a:off x="3185346" y="1657443"/>
        <a:ext cx="2632018" cy="842245"/>
      </dsp:txXfrm>
    </dsp:sp>
    <dsp:sp modelId="{74B7D6B4-4E06-4B6E-961D-9CF589E39EE4}">
      <dsp:nvSpPr>
        <dsp:cNvPr id="0" name=""/>
        <dsp:cNvSpPr/>
      </dsp:nvSpPr>
      <dsp:spPr>
        <a:xfrm>
          <a:off x="7028092" y="1420561"/>
          <a:ext cx="1316009" cy="131600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AF0DB3-7045-463B-B730-EC8C49C0622E}">
      <dsp:nvSpPr>
        <dsp:cNvPr id="0" name=""/>
        <dsp:cNvSpPr/>
      </dsp:nvSpPr>
      <dsp:spPr>
        <a:xfrm>
          <a:off x="7028092" y="1420561"/>
          <a:ext cx="1316009" cy="131600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5D51A0-5DDC-4B27-82E4-A2101384493B}">
      <dsp:nvSpPr>
        <dsp:cNvPr id="0" name=""/>
        <dsp:cNvSpPr/>
      </dsp:nvSpPr>
      <dsp:spPr>
        <a:xfrm>
          <a:off x="6370088" y="1657443"/>
          <a:ext cx="2632018" cy="8422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Data quality &amp; availability</a:t>
          </a:r>
        </a:p>
      </dsp:txBody>
      <dsp:txXfrm>
        <a:off x="6370088" y="1657443"/>
        <a:ext cx="2632018" cy="8422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03B90-DEFE-4E4C-8A27-B2FE815C2F3F}">
      <dsp:nvSpPr>
        <dsp:cNvPr id="0" name=""/>
        <dsp:cNvSpPr/>
      </dsp:nvSpPr>
      <dsp:spPr>
        <a:xfrm>
          <a:off x="1020487" y="1196617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2AD27-840B-4735-9BAB-E8AD1BAA5F73}">
      <dsp:nvSpPr>
        <dsp:cNvPr id="0" name=""/>
        <dsp:cNvSpPr/>
      </dsp:nvSpPr>
      <dsp:spPr>
        <a:xfrm>
          <a:off x="393" y="2379378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Using atoms of amino acids</a:t>
          </a:r>
        </a:p>
      </dsp:txBody>
      <dsp:txXfrm>
        <a:off x="393" y="2379378"/>
        <a:ext cx="3138750" cy="470812"/>
      </dsp:txXfrm>
    </dsp:sp>
    <dsp:sp modelId="{84B15745-FF8F-413F-BF36-3203FDD6B65C}">
      <dsp:nvSpPr>
        <dsp:cNvPr id="0" name=""/>
        <dsp:cNvSpPr/>
      </dsp:nvSpPr>
      <dsp:spPr>
        <a:xfrm>
          <a:off x="393" y="2889353"/>
          <a:ext cx="3138750" cy="26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Create a long chain of atoms</a:t>
          </a:r>
        </a:p>
      </dsp:txBody>
      <dsp:txXfrm>
        <a:off x="393" y="2889353"/>
        <a:ext cx="3138750" cy="265366"/>
      </dsp:txXfrm>
    </dsp:sp>
    <dsp:sp modelId="{5B1A424D-0126-4E88-8B46-4271D31A9171}">
      <dsp:nvSpPr>
        <dsp:cNvPr id="0" name=""/>
        <dsp:cNvSpPr/>
      </dsp:nvSpPr>
      <dsp:spPr>
        <a:xfrm>
          <a:off x="4708518" y="1196617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3E613-14D4-4AC4-9F55-F007F4FF342C}">
      <dsp:nvSpPr>
        <dsp:cNvPr id="0" name=""/>
        <dsp:cNvSpPr/>
      </dsp:nvSpPr>
      <dsp:spPr>
        <a:xfrm>
          <a:off x="3688425" y="2379378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kern="1200" dirty="0"/>
            <a:t>Use any amino acid we want</a:t>
          </a:r>
          <a:endParaRPr lang="en-US" sz="1600" kern="1200" dirty="0"/>
        </a:p>
      </dsp:txBody>
      <dsp:txXfrm>
        <a:off x="3688425" y="2379378"/>
        <a:ext cx="3138750" cy="470812"/>
      </dsp:txXfrm>
    </dsp:sp>
    <dsp:sp modelId="{40CD4CF3-CD80-41BE-AEEC-375737101926}">
      <dsp:nvSpPr>
        <dsp:cNvPr id="0" name=""/>
        <dsp:cNvSpPr/>
      </dsp:nvSpPr>
      <dsp:spPr>
        <a:xfrm>
          <a:off x="3688425" y="2889353"/>
          <a:ext cx="3138750" cy="26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Canonical and non-canonical</a:t>
          </a:r>
          <a:endParaRPr lang="en-US" sz="1200" kern="1200" dirty="0"/>
        </a:p>
      </dsp:txBody>
      <dsp:txXfrm>
        <a:off x="3688425" y="2889353"/>
        <a:ext cx="3138750" cy="265366"/>
      </dsp:txXfrm>
    </dsp:sp>
    <dsp:sp modelId="{1DA4713D-505B-439C-8008-882816A1C946}">
      <dsp:nvSpPr>
        <dsp:cNvPr id="0" name=""/>
        <dsp:cNvSpPr/>
      </dsp:nvSpPr>
      <dsp:spPr>
        <a:xfrm>
          <a:off x="8396550" y="1196617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35B0A-3970-407F-8AA4-88C57B25A563}">
      <dsp:nvSpPr>
        <dsp:cNvPr id="0" name=""/>
        <dsp:cNvSpPr/>
      </dsp:nvSpPr>
      <dsp:spPr>
        <a:xfrm>
          <a:off x="7376456" y="2379378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kern="1200" dirty="0"/>
            <a:t>Include changes</a:t>
          </a:r>
          <a:endParaRPr lang="en-US" sz="1600" kern="1200" dirty="0"/>
        </a:p>
      </dsp:txBody>
      <dsp:txXfrm>
        <a:off x="7376456" y="2379378"/>
        <a:ext cx="3138750" cy="470812"/>
      </dsp:txXfrm>
    </dsp:sp>
    <dsp:sp modelId="{30F6623A-BCD9-4F4E-A519-7C2F57B5BE0D}">
      <dsp:nvSpPr>
        <dsp:cNvPr id="0" name=""/>
        <dsp:cNvSpPr/>
      </dsp:nvSpPr>
      <dsp:spPr>
        <a:xfrm>
          <a:off x="7376456" y="2889353"/>
          <a:ext cx="3138750" cy="26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Amino acids or proteins</a:t>
          </a:r>
          <a:endParaRPr lang="en-US" sz="1200" kern="1200" dirty="0"/>
        </a:p>
      </dsp:txBody>
      <dsp:txXfrm>
        <a:off x="7376456" y="2889353"/>
        <a:ext cx="3138750" cy="2653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D3A10-84F5-47B9-8939-B37AC63E11BE}">
      <dsp:nvSpPr>
        <dsp:cNvPr id="0" name=""/>
        <dsp:cNvSpPr/>
      </dsp:nvSpPr>
      <dsp:spPr>
        <a:xfrm rot="10800000">
          <a:off x="1182985" y="883"/>
          <a:ext cx="3496437" cy="12092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23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Markovian process</a:t>
          </a:r>
        </a:p>
      </dsp:txBody>
      <dsp:txXfrm rot="10800000">
        <a:off x="1485289" y="883"/>
        <a:ext cx="3194133" cy="1209216"/>
      </dsp:txXfrm>
    </dsp:sp>
    <dsp:sp modelId="{DB5CBA1C-0B69-443C-B050-A691F25B4FDB}">
      <dsp:nvSpPr>
        <dsp:cNvPr id="0" name=""/>
        <dsp:cNvSpPr/>
      </dsp:nvSpPr>
      <dsp:spPr>
        <a:xfrm>
          <a:off x="578377" y="883"/>
          <a:ext cx="1209216" cy="1209216"/>
        </a:xfrm>
        <a:prstGeom prst="ellipse">
          <a:avLst/>
        </a:prstGeom>
        <a:solidFill>
          <a:srgbClr val="B4C7E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FFA3C-6B49-4170-BBD1-246F83A51EE0}">
      <dsp:nvSpPr>
        <dsp:cNvPr id="0" name=""/>
        <dsp:cNvSpPr/>
      </dsp:nvSpPr>
      <dsp:spPr>
        <a:xfrm rot="10800000">
          <a:off x="1182985" y="1571060"/>
          <a:ext cx="3496437" cy="12092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23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Forward pass takes </a:t>
          </a:r>
          <a14:m xmlns:a14="http://schemas.microsoft.com/office/drawing/2010/main">
            <m:oMath xmlns:m="http://schemas.openxmlformats.org/officeDocument/2006/math">
              <m:r>
                <a:rPr lang="nl-NL" sz="1800" b="0" i="1" kern="1200" smtClean="0">
                  <a:latin typeface="Cambria Math" panose="02040503050406030204" pitchFamily="18" charset="0"/>
                </a:rPr>
                <m:t>𝑇</m:t>
              </m:r>
            </m:oMath>
          </a14:m>
          <a:r>
            <a:rPr lang="en-GB" sz="1800" kern="1200" dirty="0"/>
            <a:t> timesteps</a:t>
          </a:r>
        </a:p>
      </dsp:txBody>
      <dsp:txXfrm rot="10800000">
        <a:off x="1485289" y="1571060"/>
        <a:ext cx="3194133" cy="1209216"/>
      </dsp:txXfrm>
    </dsp:sp>
    <dsp:sp modelId="{F2EE28D0-FF42-49E9-B400-27574E4EB85B}">
      <dsp:nvSpPr>
        <dsp:cNvPr id="0" name=""/>
        <dsp:cNvSpPr/>
      </dsp:nvSpPr>
      <dsp:spPr>
        <a:xfrm>
          <a:off x="578377" y="1571060"/>
          <a:ext cx="1209216" cy="1209216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E86F41-C96E-4B0C-977D-6EDA716093F9}">
      <dsp:nvSpPr>
        <dsp:cNvPr id="0" name=""/>
        <dsp:cNvSpPr/>
      </dsp:nvSpPr>
      <dsp:spPr>
        <a:xfrm rot="10800000">
          <a:off x="1182985" y="3141237"/>
          <a:ext cx="3496437" cy="120921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23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Backward pass uses neural network </a:t>
          </a: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nl-NL" sz="18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nl-NL" sz="1800" b="0" i="1" kern="1200" smtClean="0">
                      <a:latin typeface="Cambria Math" panose="02040503050406030204" pitchFamily="18" charset="0"/>
                    </a:rPr>
                    <m:t>𝜃</m:t>
                  </m:r>
                </m:e>
              </m:d>
            </m:oMath>
          </a14:m>
          <a:endParaRPr lang="en-GB" sz="1800" kern="1200" dirty="0"/>
        </a:p>
      </dsp:txBody>
      <dsp:txXfrm rot="10800000">
        <a:off x="1485289" y="3141237"/>
        <a:ext cx="3194133" cy="1209216"/>
      </dsp:txXfrm>
    </dsp:sp>
    <dsp:sp modelId="{D8C0C416-70BD-41E6-93B7-527320D15715}">
      <dsp:nvSpPr>
        <dsp:cNvPr id="0" name=""/>
        <dsp:cNvSpPr/>
      </dsp:nvSpPr>
      <dsp:spPr>
        <a:xfrm>
          <a:off x="578377" y="3141237"/>
          <a:ext cx="1209216" cy="1209216"/>
        </a:xfrm>
        <a:prstGeom prst="ellipse">
          <a:avLst/>
        </a:prstGeom>
        <a:solidFill>
          <a:srgbClr val="B4C7E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7E735-23DD-4DD0-A368-D69297821E6F}">
      <dsp:nvSpPr>
        <dsp:cNvPr id="0" name=""/>
        <dsp:cNvSpPr/>
      </dsp:nvSpPr>
      <dsp:spPr>
        <a:xfrm>
          <a:off x="2007585" y="685135"/>
          <a:ext cx="1512000" cy="151200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AC2CC-089F-4354-9CC8-69C0B728DE32}">
      <dsp:nvSpPr>
        <dsp:cNvPr id="0" name=""/>
        <dsp:cNvSpPr/>
      </dsp:nvSpPr>
      <dsp:spPr>
        <a:xfrm>
          <a:off x="559800" y="233021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nl-NL" sz="3100" b="0" i="1" kern="1200" smtClean="0">
                    <a:latin typeface="Cambria Math" panose="02040503050406030204" pitchFamily="18" charset="0"/>
                  </a:rPr>
                  <m:t>𝑞</m:t>
                </m:r>
                <m:d>
                  <m:dPr>
                    <m:ctrlPr>
                      <a:rPr lang="nl-NL" sz="3100" b="0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nl-NL" sz="3100" b="0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3100" b="1" i="1" kern="120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nl-NL" sz="3100" b="0" i="1" kern="120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e>
                  <m:e>
                    <m:sSub>
                      <m:sSubPr>
                        <m:ctrlPr>
                          <a:rPr lang="nl-NL" sz="3100" b="0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3100" b="1" i="1" kern="120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nl-NL" sz="3100" b="0" i="1" kern="120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e>
                </m:d>
              </m:oMath>
            </m:oMathPara>
          </a14:m>
          <a:endParaRPr lang="en-US" sz="3100" kern="1200" dirty="0"/>
        </a:p>
      </dsp:txBody>
      <dsp:txXfrm>
        <a:off x="559800" y="2330213"/>
        <a:ext cx="4320000" cy="648000"/>
      </dsp:txXfrm>
    </dsp:sp>
    <dsp:sp modelId="{3B6663D7-8A14-46B9-9344-26C69B9950A2}">
      <dsp:nvSpPr>
        <dsp:cNvPr id="0" name=""/>
        <dsp:cNvSpPr/>
      </dsp:nvSpPr>
      <dsp:spPr>
        <a:xfrm>
          <a:off x="559800" y="3037620"/>
          <a:ext cx="4320000" cy="623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b="0" kern="1200" dirty="0"/>
            <a:t>Quickly </a:t>
          </a:r>
          <a:r>
            <a:rPr lang="nl-NL" sz="1700" b="0" kern="1200" dirty="0" err="1"/>
            <a:t>calculate</a:t>
          </a:r>
          <a:r>
            <a:rPr lang="nl-NL" sz="1700" b="0" kern="1200" dirty="0"/>
            <a:t> </a:t>
          </a:r>
          <a:r>
            <a:rPr lang="nl-NL" sz="1700" b="0" kern="1200" dirty="0" err="1"/>
            <a:t>noise</a:t>
          </a:r>
          <a:r>
            <a:rPr lang="nl-NL" sz="1700" b="0" kern="1200" dirty="0"/>
            <a:t> </a:t>
          </a:r>
          <a:r>
            <a:rPr lang="nl-NL" sz="1700" b="0" kern="1200" dirty="0" err="1"/>
            <a:t>for</a:t>
          </a:r>
          <a:r>
            <a:rPr lang="nl-NL" sz="1700" b="0" kern="1200" dirty="0"/>
            <a:t> </a:t>
          </a:r>
          <a:r>
            <a:rPr lang="nl-NL" sz="1700" b="0" kern="1200" dirty="0" err="1"/>
            <a:t>any</a:t>
          </a:r>
          <a:r>
            <a:rPr lang="nl-NL" sz="1700" b="0" kern="1200" dirty="0"/>
            <a:t> </a:t>
          </a:r>
          <a14:m xmlns:a14="http://schemas.microsoft.com/office/drawing/2010/main">
            <m:oMath xmlns:m="http://schemas.openxmlformats.org/officeDocument/2006/math">
              <m:r>
                <a:rPr lang="nl-NL" sz="1700" b="0" i="1" kern="1200" smtClean="0">
                  <a:latin typeface="Cambria Math" panose="02040503050406030204" pitchFamily="18" charset="0"/>
                </a:rPr>
                <m:t>𝑡</m:t>
              </m:r>
            </m:oMath>
          </a14:m>
          <a:endParaRPr lang="en-US" sz="1700" kern="1200" dirty="0"/>
        </a:p>
      </dsp:txBody>
      <dsp:txXfrm>
        <a:off x="559800" y="3037620"/>
        <a:ext cx="4320000" cy="623229"/>
      </dsp:txXfrm>
    </dsp:sp>
    <dsp:sp modelId="{00A0A78A-EE6C-45B2-B259-B4BD726C194C}">
      <dsp:nvSpPr>
        <dsp:cNvPr id="0" name=""/>
        <dsp:cNvSpPr/>
      </dsp:nvSpPr>
      <dsp:spPr>
        <a:xfrm>
          <a:off x="7016407" y="69048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5DE30-A1CA-4326-83A3-4BA5A89FDE4A}">
      <dsp:nvSpPr>
        <dsp:cNvPr id="0" name=""/>
        <dsp:cNvSpPr/>
      </dsp:nvSpPr>
      <dsp:spPr>
        <a:xfrm>
          <a:off x="5635800" y="233021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nl-NL" sz="3100" b="0" i="1" kern="1200" smtClean="0">
                    <a:latin typeface="Cambria Math" panose="02040503050406030204" pitchFamily="18" charset="0"/>
                  </a:rPr>
                  <m:t>𝑞</m:t>
                </m:r>
                <m:d>
                  <m:dPr>
                    <m:ctrlPr>
                      <a:rPr lang="nl-NL" sz="3100" b="0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nl-NL" sz="3100" b="0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3100" b="1" i="1" kern="120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nl-NL" sz="3100" b="0" i="1" kern="120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3100" b="0" i="1" kern="120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e>
                  <m:e>
                    <m:sSub>
                      <m:sSubPr>
                        <m:ctrlPr>
                          <a:rPr lang="nl-NL" sz="3100" b="0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3100" b="1" i="1" kern="120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nl-NL" sz="3100" b="0" i="1" kern="120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3100" b="0" i="1" kern="120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l-NL" sz="310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3100" b="1" i="1" kern="12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nl-NL" sz="3100" b="0" i="1" kern="120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e>
                </m:d>
              </m:oMath>
            </m:oMathPara>
          </a14:m>
          <a:endParaRPr lang="en-US" sz="3100" kern="1200" dirty="0"/>
        </a:p>
      </dsp:txBody>
      <dsp:txXfrm>
        <a:off x="5635800" y="2330213"/>
        <a:ext cx="4320000" cy="648000"/>
      </dsp:txXfrm>
    </dsp:sp>
    <dsp:sp modelId="{87AAA632-E660-4D83-8E65-004786817B26}">
      <dsp:nvSpPr>
        <dsp:cNvPr id="0" name=""/>
        <dsp:cNvSpPr/>
      </dsp:nvSpPr>
      <dsp:spPr>
        <a:xfrm>
          <a:off x="5635800" y="3037620"/>
          <a:ext cx="4320000" cy="623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b="0" kern="1200" dirty="0" err="1"/>
            <a:t>Calculate</a:t>
          </a:r>
          <a:r>
            <a:rPr lang="nl-NL" sz="1700" b="0" kern="1200" dirty="0"/>
            <a:t> </a:t>
          </a:r>
          <a:r>
            <a:rPr lang="nl-NL" sz="1700" b="0" kern="1200" dirty="0" err="1"/>
            <a:t>the</a:t>
          </a:r>
          <a:r>
            <a:rPr lang="nl-NL" sz="1700" b="0" kern="1200" dirty="0"/>
            <a:t> solution </a:t>
          </a:r>
          <a:r>
            <a:rPr lang="nl-NL" sz="1700" b="0" kern="1200" dirty="0" err="1"/>
            <a:t>for</a:t>
          </a:r>
          <a:r>
            <a:rPr lang="nl-NL" sz="1700" b="0" kern="1200" dirty="0"/>
            <a:t> posterior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Used in the loss function</a:t>
          </a:r>
        </a:p>
      </dsp:txBody>
      <dsp:txXfrm>
        <a:off x="5635800" y="3037620"/>
        <a:ext cx="4320000" cy="6232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1CC9A-E9C3-4539-ABC9-044C5E191B1F}">
      <dsp:nvSpPr>
        <dsp:cNvPr id="0" name=""/>
        <dsp:cNvSpPr/>
      </dsp:nvSpPr>
      <dsp:spPr>
        <a:xfrm>
          <a:off x="0" y="163268"/>
          <a:ext cx="661987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 molecule has branches and rings</a:t>
          </a:r>
          <a:endParaRPr lang="en-US" sz="1800" kern="1200"/>
        </a:p>
      </dsp:txBody>
      <dsp:txXfrm>
        <a:off x="59399" y="222667"/>
        <a:ext cx="6501077" cy="1098002"/>
      </dsp:txXfrm>
    </dsp:sp>
    <dsp:sp modelId="{24A8D06F-3A88-4D01-9277-10B0F7EBE594}">
      <dsp:nvSpPr>
        <dsp:cNvPr id="0" name=""/>
        <dsp:cNvSpPr/>
      </dsp:nvSpPr>
      <dsp:spPr>
        <a:xfrm>
          <a:off x="0" y="1567269"/>
          <a:ext cx="661987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SELF-referencing embedded strings (SELFIES)</a:t>
          </a:r>
          <a:r>
            <a:rPr lang="en-GB" sz="1800" kern="1200" baseline="30000" dirty="0"/>
            <a:t>1</a:t>
          </a:r>
          <a:endParaRPr lang="en-US" sz="1800" kern="1200" dirty="0"/>
        </a:p>
      </dsp:txBody>
      <dsp:txXfrm>
        <a:off x="59399" y="1626668"/>
        <a:ext cx="6501077" cy="1098002"/>
      </dsp:txXfrm>
    </dsp:sp>
    <dsp:sp modelId="{D91E98B3-819E-4A4F-9CEF-BBAFBDCEACB8}">
      <dsp:nvSpPr>
        <dsp:cNvPr id="0" name=""/>
        <dsp:cNvSpPr/>
      </dsp:nvSpPr>
      <dsp:spPr>
        <a:xfrm>
          <a:off x="0" y="2971269"/>
          <a:ext cx="661987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Always corresponds to correct molecule</a:t>
          </a:r>
          <a:endParaRPr lang="en-US" sz="1800" kern="1200" dirty="0"/>
        </a:p>
      </dsp:txBody>
      <dsp:txXfrm>
        <a:off x="59399" y="3030668"/>
        <a:ext cx="6501077" cy="10980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5F43C-DE57-49C9-BB92-BAEA1EE7E6F4}">
      <dsp:nvSpPr>
        <dsp:cNvPr id="0" name=""/>
        <dsp:cNvSpPr/>
      </dsp:nvSpPr>
      <dsp:spPr>
        <a:xfrm>
          <a:off x="0" y="380828"/>
          <a:ext cx="10515600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One previous work</a:t>
          </a:r>
          <a:r>
            <a:rPr lang="en-GB" sz="2000" kern="1200" baseline="30000" dirty="0"/>
            <a:t>1</a:t>
          </a:r>
          <a:r>
            <a:rPr lang="en-GB" sz="2000" kern="1200" dirty="0"/>
            <a:t> used all-atom for protein generation</a:t>
          </a:r>
          <a:r>
            <a:rPr lang="en-GB" sz="2000" kern="1200" baseline="30000" dirty="0"/>
            <a:t> </a:t>
          </a:r>
          <a:endParaRPr lang="en-US" sz="2000" kern="1200" dirty="0"/>
        </a:p>
      </dsp:txBody>
      <dsp:txXfrm>
        <a:off x="25657" y="406485"/>
        <a:ext cx="10464286" cy="474282"/>
      </dsp:txXfrm>
    </dsp:sp>
    <dsp:sp modelId="{AA58C9DF-3BBA-4F5C-B228-32FDC3727826}">
      <dsp:nvSpPr>
        <dsp:cNvPr id="0" name=""/>
        <dsp:cNvSpPr/>
      </dsp:nvSpPr>
      <dsp:spPr>
        <a:xfrm>
          <a:off x="0" y="906425"/>
          <a:ext cx="105156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Generate canonical &amp; non-canonical amino acids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GPT approach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No detailed analysis</a:t>
          </a:r>
          <a:endParaRPr lang="en-US" sz="1600" kern="1200" dirty="0"/>
        </a:p>
      </dsp:txBody>
      <dsp:txXfrm>
        <a:off x="0" y="906425"/>
        <a:ext cx="10515600" cy="1076400"/>
      </dsp:txXfrm>
    </dsp:sp>
    <dsp:sp modelId="{89F86D4F-A687-4666-83AB-D3A541E67192}">
      <dsp:nvSpPr>
        <dsp:cNvPr id="0" name=""/>
        <dsp:cNvSpPr/>
      </dsp:nvSpPr>
      <dsp:spPr>
        <a:xfrm>
          <a:off x="0" y="1982825"/>
          <a:ext cx="10515600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Other work on smaller molecules</a:t>
          </a:r>
          <a:r>
            <a:rPr lang="en-GB" sz="2000" kern="1200" baseline="30000" dirty="0"/>
            <a:t>2</a:t>
          </a:r>
          <a:r>
            <a:rPr lang="en-GB" sz="2000" kern="1200" dirty="0"/>
            <a:t> and polymers</a:t>
          </a:r>
          <a:r>
            <a:rPr lang="en-GB" sz="2000" kern="1200" baseline="30000" dirty="0"/>
            <a:t>3</a:t>
          </a:r>
          <a:endParaRPr lang="en-US" sz="2000" kern="1200" dirty="0"/>
        </a:p>
      </dsp:txBody>
      <dsp:txXfrm>
        <a:off x="25657" y="2008482"/>
        <a:ext cx="10464286" cy="4742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5F43C-DE57-49C9-BB92-BAEA1EE7E6F4}">
      <dsp:nvSpPr>
        <dsp:cNvPr id="0" name=""/>
        <dsp:cNvSpPr/>
      </dsp:nvSpPr>
      <dsp:spPr>
        <a:xfrm>
          <a:off x="0" y="25066"/>
          <a:ext cx="10515600" cy="5415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Co-design of sequence &amp; structure</a:t>
          </a:r>
          <a:r>
            <a:rPr lang="en-GB" sz="2000" kern="1200" baseline="30000" dirty="0"/>
            <a:t>1,2,3</a:t>
          </a:r>
          <a:endParaRPr lang="en-US" sz="2000" kern="1200" dirty="0"/>
        </a:p>
      </dsp:txBody>
      <dsp:txXfrm>
        <a:off x="26437" y="51503"/>
        <a:ext cx="10462726" cy="488692"/>
      </dsp:txXfrm>
    </dsp:sp>
    <dsp:sp modelId="{AA58C9DF-3BBA-4F5C-B228-32FDC3727826}">
      <dsp:nvSpPr>
        <dsp:cNvPr id="0" name=""/>
        <dsp:cNvSpPr/>
      </dsp:nvSpPr>
      <dsp:spPr>
        <a:xfrm>
          <a:off x="0" y="566632"/>
          <a:ext cx="10515600" cy="810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Complete or partial structure by all-atom location in 3D space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Sequence by amino acids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Diffusion or language models</a:t>
          </a:r>
        </a:p>
      </dsp:txBody>
      <dsp:txXfrm>
        <a:off x="0" y="566632"/>
        <a:ext cx="10515600" cy="810404"/>
      </dsp:txXfrm>
    </dsp:sp>
    <dsp:sp modelId="{63841032-C0AE-44AC-8AA6-265F275E9C24}">
      <dsp:nvSpPr>
        <dsp:cNvPr id="0" name=""/>
        <dsp:cNvSpPr/>
      </dsp:nvSpPr>
      <dsp:spPr>
        <a:xfrm>
          <a:off x="0" y="1377037"/>
          <a:ext cx="10515600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Design of structure</a:t>
          </a:r>
          <a:r>
            <a:rPr lang="en-GB" sz="2000" kern="1200" baseline="30000" dirty="0"/>
            <a:t>4</a:t>
          </a:r>
          <a:endParaRPr lang="en-GB" sz="2000" kern="1200" dirty="0"/>
        </a:p>
      </dsp:txBody>
      <dsp:txXfrm>
        <a:off x="26501" y="1403538"/>
        <a:ext cx="10462598" cy="489878"/>
      </dsp:txXfrm>
    </dsp:sp>
    <dsp:sp modelId="{9C76EFD3-C549-4EB8-95C1-73566BBDB833}">
      <dsp:nvSpPr>
        <dsp:cNvPr id="0" name=""/>
        <dsp:cNvSpPr/>
      </dsp:nvSpPr>
      <dsp:spPr>
        <a:xfrm>
          <a:off x="0" y="1919917"/>
          <a:ext cx="1051560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Part of structure by all-atom location in 3D space</a:t>
          </a:r>
        </a:p>
      </dsp:txBody>
      <dsp:txXfrm>
        <a:off x="0" y="1919917"/>
        <a:ext cx="10515600" cy="480240"/>
      </dsp:txXfrm>
    </dsp:sp>
    <dsp:sp modelId="{ACDECF4E-A682-4279-B0E1-CEFF26B295FB}">
      <dsp:nvSpPr>
        <dsp:cNvPr id="0" name=""/>
        <dsp:cNvSpPr/>
      </dsp:nvSpPr>
      <dsp:spPr>
        <a:xfrm>
          <a:off x="0" y="2400157"/>
          <a:ext cx="10515600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Interacting molecules</a:t>
          </a:r>
          <a:r>
            <a:rPr lang="en-GB" sz="2000" kern="1200" baseline="30000" dirty="0"/>
            <a:t>5,6</a:t>
          </a:r>
          <a:endParaRPr lang="en-GB" sz="2000" kern="1200" dirty="0"/>
        </a:p>
      </dsp:txBody>
      <dsp:txXfrm>
        <a:off x="26501" y="2426658"/>
        <a:ext cx="10462598" cy="489878"/>
      </dsp:txXfrm>
    </dsp:sp>
    <dsp:sp modelId="{0CA021A5-2D9B-475D-9B75-0F22AB6C859C}">
      <dsp:nvSpPr>
        <dsp:cNvPr id="0" name=""/>
        <dsp:cNvSpPr/>
      </dsp:nvSpPr>
      <dsp:spPr>
        <a:xfrm>
          <a:off x="0" y="2943037"/>
          <a:ext cx="10515600" cy="540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Interacting molecules by all atom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Sequence by amino acids</a:t>
          </a:r>
        </a:p>
      </dsp:txBody>
      <dsp:txXfrm>
        <a:off x="0" y="2943037"/>
        <a:ext cx="10515600" cy="5402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5F43C-DE57-49C9-BB92-BAEA1EE7E6F4}">
      <dsp:nvSpPr>
        <dsp:cNvPr id="0" name=""/>
        <dsp:cNvSpPr/>
      </dsp:nvSpPr>
      <dsp:spPr>
        <a:xfrm>
          <a:off x="0" y="24687"/>
          <a:ext cx="10515600" cy="57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Discrete diffusion on amino acid sequence</a:t>
          </a:r>
          <a:r>
            <a:rPr lang="en-GB" sz="2000" kern="1200" baseline="30000" dirty="0"/>
            <a:t>1</a:t>
          </a:r>
          <a:endParaRPr lang="en-US" sz="2000" kern="1200" dirty="0"/>
        </a:p>
      </dsp:txBody>
      <dsp:txXfrm>
        <a:off x="27990" y="52677"/>
        <a:ext cx="10459620" cy="517404"/>
      </dsp:txXfrm>
    </dsp:sp>
    <dsp:sp modelId="{AA58C9DF-3BBA-4F5C-B228-32FDC3727826}">
      <dsp:nvSpPr>
        <dsp:cNvPr id="0" name=""/>
        <dsp:cNvSpPr/>
      </dsp:nvSpPr>
      <dsp:spPr>
        <a:xfrm>
          <a:off x="0" y="598071"/>
          <a:ext cx="10515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Uses D3PM &amp; other models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Evolutionary informed noise</a:t>
          </a:r>
        </a:p>
      </dsp:txBody>
      <dsp:txXfrm>
        <a:off x="0" y="598071"/>
        <a:ext cx="10515600" cy="596160"/>
      </dsp:txXfrm>
    </dsp:sp>
    <dsp:sp modelId="{63841032-C0AE-44AC-8AA6-265F275E9C24}">
      <dsp:nvSpPr>
        <dsp:cNvPr id="0" name=""/>
        <dsp:cNvSpPr/>
      </dsp:nvSpPr>
      <dsp:spPr>
        <a:xfrm>
          <a:off x="0" y="1194231"/>
          <a:ext cx="10515600" cy="5565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Combination of continuous and discrete</a:t>
          </a:r>
          <a:r>
            <a:rPr lang="en-GB" sz="2000" kern="1200" baseline="30000" dirty="0"/>
            <a:t>2,3</a:t>
          </a:r>
          <a:endParaRPr lang="en-GB" sz="2000" kern="1200" dirty="0"/>
        </a:p>
      </dsp:txBody>
      <dsp:txXfrm>
        <a:off x="27167" y="1221398"/>
        <a:ext cx="10461266" cy="502182"/>
      </dsp:txXfrm>
    </dsp:sp>
    <dsp:sp modelId="{9C76EFD3-C549-4EB8-95C1-73566BBDB833}">
      <dsp:nvSpPr>
        <dsp:cNvPr id="0" name=""/>
        <dsp:cNvSpPr/>
      </dsp:nvSpPr>
      <dsp:spPr>
        <a:xfrm>
          <a:off x="0" y="1750748"/>
          <a:ext cx="10515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Interacting molecules or proteins</a:t>
          </a:r>
        </a:p>
      </dsp:txBody>
      <dsp:txXfrm>
        <a:off x="0" y="1750748"/>
        <a:ext cx="10515600" cy="596160"/>
      </dsp:txXfrm>
    </dsp:sp>
    <dsp:sp modelId="{ACDECF4E-A682-4279-B0E1-CEFF26B295FB}">
      <dsp:nvSpPr>
        <dsp:cNvPr id="0" name=""/>
        <dsp:cNvSpPr/>
      </dsp:nvSpPr>
      <dsp:spPr>
        <a:xfrm>
          <a:off x="0" y="2346908"/>
          <a:ext cx="10515600" cy="540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Guided discrete diffusion for sequence generation</a:t>
          </a:r>
          <a:r>
            <a:rPr lang="en-GB" sz="2000" kern="1200" baseline="30000" dirty="0"/>
            <a:t>4</a:t>
          </a:r>
          <a:endParaRPr lang="en-GB" sz="2000" kern="1200" dirty="0"/>
        </a:p>
      </dsp:txBody>
      <dsp:txXfrm>
        <a:off x="26391" y="2373299"/>
        <a:ext cx="10462818" cy="487836"/>
      </dsp:txXfrm>
    </dsp:sp>
    <dsp:sp modelId="{0CA021A5-2D9B-475D-9B75-0F22AB6C859C}">
      <dsp:nvSpPr>
        <dsp:cNvPr id="0" name=""/>
        <dsp:cNvSpPr/>
      </dsp:nvSpPr>
      <dsp:spPr>
        <a:xfrm>
          <a:off x="0" y="2887526"/>
          <a:ext cx="10515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Part of the generation process</a:t>
          </a:r>
        </a:p>
      </dsp:txBody>
      <dsp:txXfrm>
        <a:off x="0" y="2887526"/>
        <a:ext cx="10515600" cy="5961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A81B1A-2333-4524-B6E4-96910049594A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6F05A-E571-41C8-862D-3E769A6BF47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45EF2-8CA5-41AD-818B-85FF01CC67EB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What is the quality of the generated proteins from an all-atom model using a discrete diffusion process?</a:t>
          </a:r>
          <a:endParaRPr lang="en-US" sz="1800" kern="1200" dirty="0"/>
        </a:p>
      </dsp:txBody>
      <dsp:txXfrm>
        <a:off x="1435590" y="531"/>
        <a:ext cx="9080009" cy="1242935"/>
      </dsp:txXfrm>
    </dsp:sp>
    <dsp:sp modelId="{85C1A100-203E-4484-BA26-6410AA977F7D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D2836-5130-4CDF-AEC5-56C773F84221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26A47-E3D9-41CC-B1BD-14E84B46801D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How does an all-atom representation impact the uniqueness, diversity, and structural correctness of generated protein sequences compared to the traditional amino acid-level representation using discrete diffusion?</a:t>
          </a:r>
          <a:endParaRPr lang="en-US" sz="1800" kern="1200" dirty="0"/>
        </a:p>
      </dsp:txBody>
      <dsp:txXfrm>
        <a:off x="1435590" y="1554201"/>
        <a:ext cx="9080009" cy="1242935"/>
      </dsp:txXfrm>
    </dsp:sp>
    <dsp:sp modelId="{E41D41DC-D36C-49AA-AE24-CB32AB3263D0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1477F-BF6E-468D-AB93-F964C42B7F64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4CCE9-B88B-4C78-91AF-F3391D672069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What are the effects of applying different noise schedules—specifically uniform and absorbing—on the ability of discrete diffusion models to generate protein sequences?</a:t>
          </a:r>
          <a:endParaRPr lang="en-US" sz="1800" kern="1200"/>
        </a:p>
      </dsp:txBody>
      <dsp:txXfrm>
        <a:off x="1435590" y="3107870"/>
        <a:ext cx="9080009" cy="124293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E5C81-3291-4D8A-96BB-B3ABE76A3637}">
      <dsp:nvSpPr>
        <dsp:cNvPr id="0" name=""/>
        <dsp:cNvSpPr/>
      </dsp:nvSpPr>
      <dsp:spPr>
        <a:xfrm>
          <a:off x="4064000" y="2042839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CCF03D-22A7-4374-B951-A4012BB3EC60}">
      <dsp:nvSpPr>
        <dsp:cNvPr id="0" name=""/>
        <dsp:cNvSpPr/>
      </dsp:nvSpPr>
      <dsp:spPr>
        <a:xfrm>
          <a:off x="4018280" y="2042839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5A4AD6-E79A-4D1C-84CC-3142F871D764}">
      <dsp:nvSpPr>
        <dsp:cNvPr id="0" name=""/>
        <dsp:cNvSpPr/>
      </dsp:nvSpPr>
      <dsp:spPr>
        <a:xfrm>
          <a:off x="1188690" y="2042839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DA0848-AF74-45B9-BBD6-A15B0B870AF2}">
      <dsp:nvSpPr>
        <dsp:cNvPr id="0" name=""/>
        <dsp:cNvSpPr/>
      </dsp:nvSpPr>
      <dsp:spPr>
        <a:xfrm>
          <a:off x="3469927" y="854695"/>
          <a:ext cx="1188144" cy="118814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2431E-9278-4836-82EC-698D37646788}">
      <dsp:nvSpPr>
        <dsp:cNvPr id="0" name=""/>
        <dsp:cNvSpPr/>
      </dsp:nvSpPr>
      <dsp:spPr>
        <a:xfrm>
          <a:off x="3469927" y="854695"/>
          <a:ext cx="1188144" cy="118814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EC4FFE-3084-4814-AE40-7C8C5CE750A3}">
      <dsp:nvSpPr>
        <dsp:cNvPr id="0" name=""/>
        <dsp:cNvSpPr/>
      </dsp:nvSpPr>
      <dsp:spPr>
        <a:xfrm>
          <a:off x="2875855" y="1068561"/>
          <a:ext cx="2376289" cy="76041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UniRef50</a:t>
          </a:r>
        </a:p>
      </dsp:txBody>
      <dsp:txXfrm>
        <a:off x="2875855" y="1068561"/>
        <a:ext cx="2376289" cy="760412"/>
      </dsp:txXfrm>
    </dsp:sp>
    <dsp:sp modelId="{477E1309-92A3-4B5E-A139-0D4B917A4963}">
      <dsp:nvSpPr>
        <dsp:cNvPr id="0" name=""/>
        <dsp:cNvSpPr/>
      </dsp:nvSpPr>
      <dsp:spPr>
        <a:xfrm>
          <a:off x="594617" y="2541860"/>
          <a:ext cx="1188144" cy="118814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F51266-EA1B-4BFA-B582-1AEABD71D35E}">
      <dsp:nvSpPr>
        <dsp:cNvPr id="0" name=""/>
        <dsp:cNvSpPr/>
      </dsp:nvSpPr>
      <dsp:spPr>
        <a:xfrm>
          <a:off x="594617" y="2541860"/>
          <a:ext cx="1188144" cy="118814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2CFC29-DDA5-431E-A350-A789681A4969}">
      <dsp:nvSpPr>
        <dsp:cNvPr id="0" name=""/>
        <dsp:cNvSpPr/>
      </dsp:nvSpPr>
      <dsp:spPr>
        <a:xfrm>
          <a:off x="545" y="2755726"/>
          <a:ext cx="2376289" cy="76041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Groups similar sequences</a:t>
          </a:r>
        </a:p>
      </dsp:txBody>
      <dsp:txXfrm>
        <a:off x="545" y="2755726"/>
        <a:ext cx="2376289" cy="760412"/>
      </dsp:txXfrm>
    </dsp:sp>
    <dsp:sp modelId="{9FBA4DEA-B39E-422E-AE0E-DE2DB298260E}">
      <dsp:nvSpPr>
        <dsp:cNvPr id="0" name=""/>
        <dsp:cNvSpPr/>
      </dsp:nvSpPr>
      <dsp:spPr>
        <a:xfrm>
          <a:off x="3469927" y="2541860"/>
          <a:ext cx="1188144" cy="118814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E34B4B-0695-43CE-83DB-78A24FA61094}">
      <dsp:nvSpPr>
        <dsp:cNvPr id="0" name=""/>
        <dsp:cNvSpPr/>
      </dsp:nvSpPr>
      <dsp:spPr>
        <a:xfrm>
          <a:off x="3469927" y="2541860"/>
          <a:ext cx="1188144" cy="118814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A6E54-18E4-4A2F-8057-19C4FA1C9FF9}">
      <dsp:nvSpPr>
        <dsp:cNvPr id="0" name=""/>
        <dsp:cNvSpPr/>
      </dsp:nvSpPr>
      <dsp:spPr>
        <a:xfrm>
          <a:off x="2875855" y="2755726"/>
          <a:ext cx="2376289" cy="76041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Filter out unknowns</a:t>
          </a:r>
        </a:p>
      </dsp:txBody>
      <dsp:txXfrm>
        <a:off x="2875855" y="2755726"/>
        <a:ext cx="2376289" cy="760412"/>
      </dsp:txXfrm>
    </dsp:sp>
    <dsp:sp modelId="{07F9D640-EE57-47F3-8653-F4EBC9B23050}">
      <dsp:nvSpPr>
        <dsp:cNvPr id="0" name=""/>
        <dsp:cNvSpPr/>
      </dsp:nvSpPr>
      <dsp:spPr>
        <a:xfrm>
          <a:off x="6345237" y="2541860"/>
          <a:ext cx="1188144" cy="118814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642964-2FEC-4BE2-B557-6C9F2492145D}">
      <dsp:nvSpPr>
        <dsp:cNvPr id="0" name=""/>
        <dsp:cNvSpPr/>
      </dsp:nvSpPr>
      <dsp:spPr>
        <a:xfrm>
          <a:off x="6345237" y="2541860"/>
          <a:ext cx="1188144" cy="118814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F760C4-9ED7-46FF-9CBD-4C9E407A79DF}">
      <dsp:nvSpPr>
        <dsp:cNvPr id="0" name=""/>
        <dsp:cNvSpPr/>
      </dsp:nvSpPr>
      <dsp:spPr>
        <a:xfrm>
          <a:off x="5751165" y="2755726"/>
          <a:ext cx="2376289" cy="76041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Filter out small and long sequences</a:t>
          </a:r>
        </a:p>
      </dsp:txBody>
      <dsp:txXfrm>
        <a:off x="5751165" y="2755726"/>
        <a:ext cx="2376289" cy="760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852C0-B3AD-422A-8AC7-999B4B96542A}" type="datetimeFigureOut">
              <a:rPr lang="en-GB" smtClean="0"/>
              <a:t>07/11/2024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DEC08-3FA1-4AFD-BCF5-808F173EFE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14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Proteins are the workhorses of all living organisms</a:t>
            </a:r>
          </a:p>
          <a:p>
            <a:pPr lvl="1"/>
            <a:r>
              <a:rPr lang="en-GB" dirty="0"/>
              <a:t>Help regulate our bodies systems as hormones and enzymes can give support as collagen or fight diseases as antibodies</a:t>
            </a:r>
          </a:p>
          <a:p>
            <a:r>
              <a:rPr lang="en-GB" dirty="0"/>
              <a:t>Why design these proteins</a:t>
            </a:r>
          </a:p>
          <a:p>
            <a:pPr lvl="1"/>
            <a:r>
              <a:rPr lang="en-GB" dirty="0"/>
              <a:t>Help speed up chemical reactions in factories</a:t>
            </a:r>
          </a:p>
          <a:p>
            <a:pPr lvl="2"/>
            <a:r>
              <a:rPr lang="en-GB" dirty="0"/>
              <a:t>Targeted enzymes that could help break down materials such as plastics</a:t>
            </a:r>
          </a:p>
          <a:p>
            <a:pPr lvl="1"/>
            <a:r>
              <a:rPr lang="en-GB" dirty="0"/>
              <a:t>Help fight diseases as targeted medicine</a:t>
            </a:r>
          </a:p>
          <a:p>
            <a:pPr lvl="2"/>
            <a:r>
              <a:rPr lang="en-GB" dirty="0"/>
              <a:t>Specialized antibodies that can bind to viruses such as COVID-19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956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Protein is a large macro-molecule composed of a long chain of amino acids</a:t>
            </a:r>
          </a:p>
          <a:p>
            <a:pPr lvl="1"/>
            <a:r>
              <a:rPr lang="en-GB" dirty="0"/>
              <a:t>These amino acids are linked together using peptide bonds</a:t>
            </a:r>
          </a:p>
          <a:p>
            <a:pPr lvl="1"/>
            <a:r>
              <a:rPr lang="en-GB" dirty="0"/>
              <a:t>The order of the amino acids thus describes this protein</a:t>
            </a:r>
          </a:p>
          <a:p>
            <a:pPr lvl="1"/>
            <a:r>
              <a:rPr lang="en-GB" dirty="0"/>
              <a:t>Most organisms use 20 different amino acids</a:t>
            </a:r>
          </a:p>
          <a:p>
            <a:r>
              <a:rPr lang="en-GB" dirty="0"/>
              <a:t>When the protein is created it “folds” into a large complex 3-dimensional structure</a:t>
            </a:r>
          </a:p>
          <a:p>
            <a:r>
              <a:rPr lang="en-GB" dirty="0"/>
              <a:t>This structure ends up determining the protein’s function</a:t>
            </a:r>
          </a:p>
          <a:p>
            <a:pPr lvl="1"/>
            <a:r>
              <a:rPr lang="en-GB" dirty="0"/>
              <a:t>Each amino acid is unique and in the sequence it influences how the structure bends and twists in the final structure </a:t>
            </a:r>
          </a:p>
          <a:p>
            <a:pPr lvl="1"/>
            <a:r>
              <a:rPr lang="en-GB" dirty="0"/>
              <a:t>The shape of the structure results in its specific function in our bodies</a:t>
            </a:r>
          </a:p>
          <a:p>
            <a:pPr lvl="1"/>
            <a:r>
              <a:rPr lang="en-GB" dirty="0"/>
              <a:t>Small changes in sequence can have large effects in structure and function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250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can design proteins based on its</a:t>
            </a:r>
          </a:p>
          <a:p>
            <a:pPr lvl="1"/>
            <a:r>
              <a:rPr lang="en-GB" dirty="0"/>
              <a:t>Sequence using the amino acid representation using 20 different letters</a:t>
            </a:r>
          </a:p>
          <a:p>
            <a:pPr lvl="2"/>
            <a:r>
              <a:rPr lang="en-GB" dirty="0"/>
              <a:t>example: </a:t>
            </a:r>
            <a:r>
              <a:rPr lang="en-GB" i="1" dirty="0"/>
              <a:t>…MSTDMAG…</a:t>
            </a:r>
          </a:p>
          <a:p>
            <a:pPr lvl="1"/>
            <a:r>
              <a:rPr lang="en-GB" dirty="0"/>
              <a:t>Structure using its 3-dimensional structure using coordinates</a:t>
            </a:r>
          </a:p>
          <a:p>
            <a:pPr lvl="2"/>
            <a:r>
              <a:rPr lang="en-GB" dirty="0"/>
              <a:t>example</a:t>
            </a:r>
          </a:p>
          <a:p>
            <a:pPr lvl="1"/>
            <a:r>
              <a:rPr lang="en-GB" dirty="0"/>
              <a:t>Or using both!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80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Recent research has made it possible to obtain a proteins structure from its sequence</a:t>
            </a:r>
          </a:p>
          <a:p>
            <a:pPr lvl="1"/>
            <a:r>
              <a:rPr lang="en-GB" dirty="0"/>
              <a:t>Allowing us to focus on only creating the sequence</a:t>
            </a:r>
          </a:p>
          <a:p>
            <a:r>
              <a:rPr lang="en-GB" dirty="0"/>
              <a:t>Sequence gives structure gives function</a:t>
            </a:r>
          </a:p>
          <a:p>
            <a:pPr lvl="1"/>
            <a:r>
              <a:rPr lang="en-GB" dirty="0"/>
              <a:t>So, start at the source</a:t>
            </a:r>
          </a:p>
          <a:p>
            <a:r>
              <a:rPr lang="en-GB" dirty="0"/>
              <a:t>Far more data for protein sequences than protein structures</a:t>
            </a:r>
          </a:p>
          <a:p>
            <a:pPr lvl="1"/>
            <a:r>
              <a:rPr lang="en-GB" dirty="0"/>
              <a:t>Data that is there is not perfect</a:t>
            </a:r>
          </a:p>
          <a:p>
            <a:pPr lvl="2"/>
            <a:r>
              <a:rPr lang="en-GB" dirty="0"/>
              <a:t>A protein’s structure changes. From miniscule vibrations to big shape shifts depending on its location and situation</a:t>
            </a:r>
          </a:p>
          <a:p>
            <a:pPr lvl="2"/>
            <a:r>
              <a:rPr lang="en-GB" dirty="0"/>
              <a:t>Protein structures are captured as a static snapshot, like they're frozen in time. Measuring these structures in labs takes a lot of time and resources.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645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sz="1700" dirty="0"/>
              <a:t>Rare amino acids exist outside the 20 standard amino acids (canonical vs non-canonical)</a:t>
            </a:r>
          </a:p>
          <a:p>
            <a:pPr lvl="1" algn="l"/>
            <a:r>
              <a:rPr lang="en-GB" sz="1700" dirty="0"/>
              <a:t>Example: using more amino acids can lead to new breakthroughs</a:t>
            </a:r>
          </a:p>
          <a:p>
            <a:pPr lvl="1" algn="l"/>
            <a:r>
              <a:rPr lang="en-GB" sz="1700" dirty="0"/>
              <a:t>Adding more to our list is inefficient because there are a lot of rare amino acids to account for</a:t>
            </a:r>
          </a:p>
          <a:p>
            <a:pPr algn="l"/>
            <a:r>
              <a:rPr lang="en-GB" sz="1700" dirty="0"/>
              <a:t>After a proteins creation, the protein or amino acids can be changed (PTMs) changing it structure and its function.</a:t>
            </a:r>
          </a:p>
          <a:p>
            <a:pPr lvl="1" algn="l"/>
            <a:r>
              <a:rPr lang="en-GB" sz="1700" dirty="0"/>
              <a:t>Example: insulin has PTMs which is used to regulate our metabolism</a:t>
            </a:r>
          </a:p>
          <a:p>
            <a:pPr lvl="1" algn="l"/>
            <a:r>
              <a:rPr lang="en-GB" sz="1700" dirty="0"/>
              <a:t>We cannot represent this change by using a sequence of the 20 amino acids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611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135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Compared to other models they</a:t>
            </a:r>
          </a:p>
          <a:p>
            <a:pPr lvl="1"/>
            <a:r>
              <a:rPr lang="en-GB" dirty="0"/>
              <a:t>Can generate more diverse data</a:t>
            </a:r>
          </a:p>
          <a:p>
            <a:pPr lvl="1"/>
            <a:r>
              <a:rPr lang="en-GB" dirty="0"/>
              <a:t>Can generate more qualitative data</a:t>
            </a:r>
          </a:p>
          <a:p>
            <a:pPr lvl="1"/>
            <a:r>
              <a:rPr lang="en-GB" dirty="0"/>
              <a:t>Take more time and computing power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884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Compared to other models they</a:t>
            </a:r>
          </a:p>
          <a:p>
            <a:pPr lvl="1"/>
            <a:r>
              <a:rPr lang="en-GB" dirty="0"/>
              <a:t>Can generate more diverse data</a:t>
            </a:r>
          </a:p>
          <a:p>
            <a:pPr lvl="1"/>
            <a:r>
              <a:rPr lang="en-GB" dirty="0"/>
              <a:t>Can generate more qualitative data</a:t>
            </a:r>
          </a:p>
          <a:p>
            <a:pPr lvl="1"/>
            <a:r>
              <a:rPr lang="en-GB" dirty="0"/>
              <a:t>Take more time and computing power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838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Compared to other models they</a:t>
            </a:r>
          </a:p>
          <a:p>
            <a:pPr lvl="1"/>
            <a:r>
              <a:rPr lang="en-GB" dirty="0"/>
              <a:t>Can generate more diverse data</a:t>
            </a:r>
          </a:p>
          <a:p>
            <a:pPr lvl="1"/>
            <a:r>
              <a:rPr lang="en-GB" dirty="0"/>
              <a:t>Can generate more qualitative data</a:t>
            </a:r>
          </a:p>
          <a:p>
            <a:pPr lvl="1"/>
            <a:r>
              <a:rPr lang="en-GB" dirty="0"/>
              <a:t>Take more time and computing power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156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Compared to other models they</a:t>
            </a:r>
          </a:p>
          <a:p>
            <a:pPr lvl="1"/>
            <a:r>
              <a:rPr lang="en-GB" dirty="0"/>
              <a:t>Can generate more diverse data</a:t>
            </a:r>
          </a:p>
          <a:p>
            <a:pPr lvl="1"/>
            <a:r>
              <a:rPr lang="en-GB" dirty="0"/>
              <a:t>Can generate more qualitative data</a:t>
            </a:r>
          </a:p>
          <a:p>
            <a:pPr lvl="1"/>
            <a:r>
              <a:rPr lang="en-GB" dirty="0"/>
              <a:t>Take more time and computing power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749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Compared to other models they</a:t>
            </a:r>
          </a:p>
          <a:p>
            <a:pPr lvl="1"/>
            <a:r>
              <a:rPr lang="en-GB" dirty="0"/>
              <a:t>Can generate more diverse data</a:t>
            </a:r>
          </a:p>
          <a:p>
            <a:pPr lvl="1"/>
            <a:r>
              <a:rPr lang="en-GB" dirty="0"/>
              <a:t>Can generate more qualitative data</a:t>
            </a:r>
          </a:p>
          <a:p>
            <a:pPr lvl="1"/>
            <a:r>
              <a:rPr lang="en-GB" dirty="0"/>
              <a:t>Take more time and computing power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125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Compared to other models they</a:t>
            </a:r>
          </a:p>
          <a:p>
            <a:pPr lvl="1"/>
            <a:r>
              <a:rPr lang="en-GB" dirty="0"/>
              <a:t>Can generate more diverse data</a:t>
            </a:r>
          </a:p>
          <a:p>
            <a:pPr lvl="1"/>
            <a:r>
              <a:rPr lang="en-GB" dirty="0"/>
              <a:t>Can generate more qualitative data</a:t>
            </a:r>
          </a:p>
          <a:p>
            <a:pPr lvl="1"/>
            <a:r>
              <a:rPr lang="en-GB" dirty="0"/>
              <a:t>Take more time and computing power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584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Forward pass adds noise over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time steps until we arrive at complete noise</a:t>
                </a:r>
              </a:p>
              <a:p>
                <a:pPr lvl="1"/>
                <a:r>
                  <a:rPr lang="en-GB" dirty="0"/>
                  <a:t>Done over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time steps using a noise timetable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d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  <m:ctrl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nl-NL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dirty="0"/>
                  <a:t>Backward pass has a neural network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dirty="0"/>
                  <a:t> that learns to remove this noise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use a Markovian process, only the last timestep influences the current timestep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Forward pass adds noise over </a:t>
                </a:r>
                <a:r>
                  <a:rPr lang="nl-NL" b="0" i="0">
                    <a:latin typeface="Cambria Math" panose="02040503050406030204" pitchFamily="18" charset="0"/>
                  </a:rPr>
                  <a:t>𝑇</a:t>
                </a:r>
                <a:r>
                  <a:rPr lang="en-GB" dirty="0"/>
                  <a:t> time steps until we arrive at complete noise</a:t>
                </a:r>
              </a:p>
              <a:p>
                <a:pPr lvl="1"/>
                <a:r>
                  <a:rPr lang="en-GB" dirty="0"/>
                  <a:t>Done over </a:t>
                </a:r>
                <a:r>
                  <a:rPr lang="nl-NL" b="0" i="0">
                    <a:latin typeface="Cambria Math" panose="02040503050406030204" pitchFamily="18" charset="0"/>
                  </a:rPr>
                  <a:t>𝑇</a:t>
                </a:r>
                <a:r>
                  <a:rPr lang="en-GB" dirty="0"/>
                  <a:t> time steps using a noise timetable </a:t>
                </a:r>
                <a:r>
                  <a:rPr lang="nl-NL" b="0" i="0">
                    <a:latin typeface="Cambria Math" panose="02040503050406030204" pitchFamily="18" charset="0"/>
                  </a:rPr>
                  <a:t>(</a:t>
                </a:r>
                <a:r>
                  <a:rPr lang="nl-NL" b="1" i="0">
                    <a:latin typeface="Cambria Math" panose="02040503050406030204" pitchFamily="18" charset="0"/>
                  </a:rPr>
                  <a:t>𝜷</a:t>
                </a:r>
                <a:r>
                  <a:rPr lang="nl-NL" b="0" i="0">
                    <a:latin typeface="Cambria Math" panose="02040503050406030204" pitchFamily="18" charset="0"/>
                  </a:rPr>
                  <a:t>)</a:t>
                </a:r>
                <a:endParaRPr lang="en-GB" dirty="0"/>
              </a:p>
              <a:p>
                <a:pPr lvl="1"/>
                <a:r>
                  <a:rPr lang="nl-NL" b="0" i="0">
                    <a:latin typeface="Cambria Math" panose="02040503050406030204" pitchFamily="18" charset="0"/>
                  </a:rPr>
                  <a:t>𝑞(</a:t>
                </a:r>
                <a:r>
                  <a:rPr lang="nl-NL" b="1" i="0">
                    <a:latin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</a:rPr>
                  <a:t>_𝑡│</a:t>
                </a:r>
                <a:r>
                  <a:rPr lang="nl-NL" b="1" i="0">
                    <a:latin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</a:rPr>
                  <a:t>_(𝑡−1) )=</a:t>
                </a:r>
                <a:r>
                  <a:rPr lang="nl-NL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𝒩(</a:t>
                </a:r>
                <a:r>
                  <a:rPr lang="nl-NL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_𝑡;√(1−𝛽_𝑡 ) 〖 </a:t>
                </a:r>
                <a:r>
                  <a:rPr lang="nl-NL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〗_𝑡, 𝛽_𝑡 𝐼)</a:t>
                </a:r>
                <a:r>
                  <a:rPr lang="en-GB" dirty="0"/>
                  <a:t> </a:t>
                </a:r>
              </a:p>
              <a:p>
                <a:r>
                  <a:rPr lang="en-GB" dirty="0"/>
                  <a:t>Backward pass has a neural network </a:t>
                </a:r>
                <a:r>
                  <a:rPr lang="nl-NL" b="0" i="0">
                    <a:latin typeface="Cambria Math" panose="02040503050406030204" pitchFamily="18" charset="0"/>
                  </a:rPr>
                  <a:t>(𝜃)</a:t>
                </a:r>
                <a:r>
                  <a:rPr lang="en-GB" dirty="0"/>
                  <a:t> that learns to remove this noise</a:t>
                </a:r>
              </a:p>
              <a:p>
                <a:pPr lvl="1"/>
                <a:r>
                  <a:rPr lang="nl-NL" b="0" i="0">
                    <a:latin typeface="Cambria Math" panose="02040503050406030204" pitchFamily="18" charset="0"/>
                  </a:rPr>
                  <a:t>𝑝_𝜃 (</a:t>
                </a:r>
                <a:r>
                  <a:rPr lang="nl-NL" b="1" i="0">
                    <a:latin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</a:rPr>
                  <a:t>_(𝑡−1)│</a:t>
                </a:r>
                <a:r>
                  <a:rPr lang="nl-NL" b="1" i="0">
                    <a:latin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</a:rPr>
                  <a:t>_𝑡 )=</a:t>
                </a:r>
                <a:r>
                  <a:rPr lang="nl-NL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𝒩(</a:t>
                </a:r>
                <a:r>
                  <a:rPr lang="nl-NL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_(𝑡−1);𝜇_𝜃 (</a:t>
                </a:r>
                <a:r>
                  <a:rPr lang="nl-NL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_𝑡,𝑡), Σ_𝜃 (</a:t>
                </a:r>
                <a:r>
                  <a:rPr lang="nl-NL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_𝑡,𝑡))</a:t>
                </a:r>
                <a:endParaRPr lang="en-GB" dirty="0"/>
              </a:p>
              <a:p>
                <a:r>
                  <a:rPr lang="en-GB" dirty="0"/>
                  <a:t>We use a Markovian process, only the last timestep influences the current timestep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292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We select noise carefully so that we can easily calculate: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: the needed amount of noise for any timestep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: called the posterior which is an important value because it allows our neural network to learn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We select noise carefully so that we can easily calculate:</a:t>
                </a:r>
              </a:p>
              <a:p>
                <a:pPr lvl="1"/>
                <a:r>
                  <a:rPr lang="nl-NL" b="0" i="0">
                    <a:latin typeface="Cambria Math" panose="02040503050406030204" pitchFamily="18" charset="0"/>
                  </a:rPr>
                  <a:t>𝑞(</a:t>
                </a:r>
                <a:r>
                  <a:rPr lang="nl-NL" b="1" i="0">
                    <a:latin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</a:rPr>
                  <a:t>_𝑡│</a:t>
                </a:r>
                <a:r>
                  <a:rPr lang="nl-NL" b="1" i="0">
                    <a:latin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</a:rPr>
                  <a:t>_0 )</a:t>
                </a:r>
                <a:r>
                  <a:rPr lang="en-GB" dirty="0"/>
                  <a:t>: the needed amount of noise for any timestep </a:t>
                </a:r>
                <a:r>
                  <a:rPr lang="nl-NL" b="0" i="0">
                    <a:latin typeface="Cambria Math" panose="02040503050406030204" pitchFamily="18" charset="0"/>
                  </a:rPr>
                  <a:t>𝑡</a:t>
                </a:r>
                <a:endParaRPr lang="en-GB" dirty="0"/>
              </a:p>
              <a:p>
                <a:pPr lvl="1"/>
                <a:r>
                  <a:rPr lang="nl-NL" b="0" i="0">
                    <a:latin typeface="Cambria Math" panose="02040503050406030204" pitchFamily="18" charset="0"/>
                  </a:rPr>
                  <a:t>𝑞(</a:t>
                </a:r>
                <a:r>
                  <a:rPr lang="nl-NL" b="1" i="0">
                    <a:latin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</a:rPr>
                  <a:t>_(𝑡−1)│</a:t>
                </a:r>
                <a:r>
                  <a:rPr lang="nl-NL" b="1" i="0">
                    <a:latin typeface="Cambria Math" panose="02040503050406030204" pitchFamily="18" charset="0"/>
                  </a:rPr>
                  <a:t>𝒙</a:t>
                </a:r>
                <a:r>
                  <a:rPr lang="nl-NL" b="0" i="0">
                    <a:latin typeface="Cambria Math" panose="02040503050406030204" pitchFamily="18" charset="0"/>
                  </a:rPr>
                  <a:t>_𝑡,</a:t>
                </a:r>
                <a:r>
                  <a:rPr lang="nl-NL" b="1" i="0">
                    <a:latin typeface="Cambria Math" panose="02040503050406030204" pitchFamily="18" charset="0"/>
                  </a:rPr>
                  <a:t>𝒙_</a:t>
                </a:r>
                <a:r>
                  <a:rPr lang="nl-NL" b="0" i="0">
                    <a:latin typeface="Cambria Math" panose="02040503050406030204" pitchFamily="18" charset="0"/>
                  </a:rPr>
                  <a:t>0 )</a:t>
                </a:r>
                <a:r>
                  <a:rPr lang="en-GB" dirty="0"/>
                  <a:t>: called the posterior which is an important value because it allows our neural network to learn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634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hot encode and use a categorical distribution</a:t>
            </a:r>
          </a:p>
          <a:p>
            <a:r>
              <a:rPr lang="en-GB" dirty="0"/>
              <a:t>Stack matrices</a:t>
            </a:r>
          </a:p>
          <a:p>
            <a:r>
              <a:rPr lang="en-GB" dirty="0"/>
              <a:t>Use bayes rule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54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can change back for uniform, we can go from any state to another</a:t>
            </a:r>
          </a:p>
          <a:p>
            <a:r>
              <a:rPr lang="en-GB" dirty="0"/>
              <a:t>We cannot go back for absorbing, once we are in absorbing we cannot come 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8504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More efficient because of convolutions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228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molecule has branches and rings</a:t>
            </a:r>
          </a:p>
          <a:p>
            <a:pPr lvl="1"/>
            <a:r>
              <a:rPr lang="en-GB" dirty="0"/>
              <a:t>How can we show that with a linear sequence</a:t>
            </a:r>
          </a:p>
          <a:p>
            <a:r>
              <a:rPr lang="en-GB" dirty="0"/>
              <a:t>SELF-referencing embedded strings (SELFIES)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            Designed for generative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Always corresponds to a correct molecule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            SELFIES sees how many bonds we have left in our molecule and will not use the last tokens if there are no more bonds available</a:t>
            </a:r>
          </a:p>
          <a:p>
            <a:pPr lvl="1"/>
            <a:r>
              <a:rPr lang="en-GB" dirty="0"/>
              <a:t>Useful because we do not have to validate our generated molecules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877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No detailed analysis of how &amp; why generated molecules are marked as proteins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5891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Hayes2024simulating</a:t>
            </a:r>
          </a:p>
          <a:p>
            <a:pPr lvl="1"/>
            <a:r>
              <a:rPr lang="en-GB" dirty="0"/>
              <a:t>Generates proteins using sequence, structure and function information</a:t>
            </a:r>
          </a:p>
          <a:p>
            <a:pPr lvl="1"/>
            <a:r>
              <a:rPr lang="en-GB" dirty="0"/>
              <a:t>Complete structure is given by each atom location in 3D space</a:t>
            </a:r>
          </a:p>
          <a:p>
            <a:pPr lvl="1"/>
            <a:r>
              <a:rPr lang="en-GB" dirty="0"/>
              <a:t>Sequence given by amino acids</a:t>
            </a:r>
          </a:p>
          <a:p>
            <a:r>
              <a:rPr lang="en-GB" dirty="0"/>
              <a:t>Chu2024all &amp; Liu2024all</a:t>
            </a:r>
          </a:p>
          <a:p>
            <a:pPr lvl="1"/>
            <a:r>
              <a:rPr lang="en-GB" dirty="0"/>
              <a:t>Uses diffusion model with both sequence and structure information</a:t>
            </a:r>
          </a:p>
          <a:p>
            <a:pPr lvl="1"/>
            <a:r>
              <a:rPr lang="en-GB" dirty="0"/>
              <a:t>Part of structure is given by the atom location in 3D space</a:t>
            </a:r>
          </a:p>
          <a:p>
            <a:pPr lvl="1"/>
            <a:r>
              <a:rPr lang="en-GB" dirty="0"/>
              <a:t>Sequence given by amino acids</a:t>
            </a:r>
          </a:p>
          <a:p>
            <a:r>
              <a:rPr lang="en-GB" dirty="0"/>
              <a:t>Anand2019fully</a:t>
            </a:r>
          </a:p>
          <a:p>
            <a:pPr lvl="1"/>
            <a:r>
              <a:rPr lang="en-GB" dirty="0"/>
              <a:t>Part of structure is given by the atom location in 3D space</a:t>
            </a:r>
          </a:p>
          <a:p>
            <a:r>
              <a:rPr lang="en-GB" dirty="0"/>
              <a:t>Krishna2024generalized &amp; Abramson2024accurate</a:t>
            </a:r>
          </a:p>
          <a:p>
            <a:pPr lvl="1"/>
            <a:r>
              <a:rPr lang="en-GB" dirty="0"/>
              <a:t>Represent interacting molecules using all atom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033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Alamdari2023protein (</a:t>
            </a:r>
            <a:r>
              <a:rPr lang="en-GB" dirty="0" err="1"/>
              <a:t>evodiff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Uses discrete diffusion to generate amino acid sequences</a:t>
            </a:r>
          </a:p>
          <a:p>
            <a:r>
              <a:rPr lang="en-GB" dirty="0"/>
              <a:t>Lin2024functional</a:t>
            </a:r>
          </a:p>
          <a:p>
            <a:pPr lvl="1"/>
            <a:r>
              <a:rPr lang="en-GB" dirty="0"/>
              <a:t>Uses a combination of discrete and continuous diffusion to generated interacting molecules</a:t>
            </a:r>
          </a:p>
          <a:p>
            <a:r>
              <a:rPr lang="en-GB" dirty="0"/>
              <a:t>Campbell2024generative</a:t>
            </a:r>
          </a:p>
          <a:p>
            <a:pPr lvl="1"/>
            <a:r>
              <a:rPr lang="en-GB" dirty="0"/>
              <a:t>Uses a combination of discrete and continuous diffusion to generate a proteins sequence and structure</a:t>
            </a:r>
          </a:p>
          <a:p>
            <a:r>
              <a:rPr lang="en-GB" dirty="0"/>
              <a:t>Gruver2024protein</a:t>
            </a:r>
          </a:p>
          <a:p>
            <a:pPr lvl="1"/>
            <a:r>
              <a:rPr lang="en-GB" dirty="0"/>
              <a:t>Uses a guided discrete diffusion process to generate amino acid sequences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114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use the protein sequences from UniRef50</a:t>
            </a:r>
          </a:p>
          <a:p>
            <a:r>
              <a:rPr lang="en-GB" dirty="0"/>
              <a:t>Large database which groups sequences which are a 50% match</a:t>
            </a:r>
          </a:p>
          <a:p>
            <a:pPr lvl="1"/>
            <a:r>
              <a:rPr lang="en-GB" dirty="0"/>
              <a:t>This gives a balance between using  still having a large amount of sequences which are still diverse but unique</a:t>
            </a:r>
          </a:p>
          <a:p>
            <a:r>
              <a:rPr lang="en-GB" dirty="0"/>
              <a:t>We filter out any sequence with unknowns and non-canonical amino acids</a:t>
            </a:r>
          </a:p>
          <a:p>
            <a:pPr lvl="1"/>
            <a:r>
              <a:rPr lang="en-GB" dirty="0"/>
              <a:t>We cannot create an all-atom representation from unknowns and non-canonical</a:t>
            </a:r>
          </a:p>
          <a:p>
            <a:r>
              <a:rPr lang="en-GB" dirty="0"/>
              <a:t>We filter out small and long sequences</a:t>
            </a:r>
          </a:p>
          <a:p>
            <a:pPr lvl="1"/>
            <a:r>
              <a:rPr lang="en-GB" dirty="0"/>
              <a:t>Small proteins are a-typical</a:t>
            </a:r>
          </a:p>
          <a:p>
            <a:pPr lvl="1"/>
            <a:r>
              <a:rPr lang="en-GB" dirty="0"/>
              <a:t>SELFIES multiplies sequence length by a factor of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±</a:t>
            </a:r>
            <a:r>
              <a:rPr lang="en-GB" dirty="0"/>
              <a:t>19</a:t>
            </a:r>
          </a:p>
          <a:p>
            <a:pPr lvl="1"/>
            <a:r>
              <a:rPr lang="en-GB" dirty="0"/>
              <a:t>Longer sequences means longer training times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8099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we do not find a peptide bond or a continuous backbone, we do not have a protein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272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alpha and beta carbon </a:t>
            </a:r>
          </a:p>
          <a:p>
            <a:r>
              <a:rPr lang="en-GB" dirty="0"/>
              <a:t>Except glycine which does not have a sidechain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8589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chirality and stereochemistry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2774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64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Basic Local Alignment Search Tool (BLAST) we can compare our amino acid sequences against databases</a:t>
            </a:r>
          </a:p>
          <a:p>
            <a:pPr lvl="1"/>
            <a:r>
              <a:rPr lang="en-GB" dirty="0"/>
              <a:t>Finds regions in biological sequences that are similar</a:t>
            </a:r>
          </a:p>
          <a:p>
            <a:pPr lvl="1"/>
            <a:r>
              <a:rPr lang="en-GB" dirty="0"/>
              <a:t>We can see how diverse our generated proteins are when we compare against the training set</a:t>
            </a:r>
          </a:p>
          <a:p>
            <a:pPr lvl="1"/>
            <a:r>
              <a:rPr lang="en-GB" dirty="0"/>
              <a:t>We can see how unique our generate proteins are when we compare against our own generated proteins</a:t>
            </a:r>
          </a:p>
          <a:p>
            <a:pPr lvl="1"/>
            <a:r>
              <a:rPr lang="en-GB" dirty="0"/>
              <a:t>Example image with difference between unique and diverse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3616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use both canonical and non-canonical proteins</a:t>
            </a:r>
          </a:p>
          <a:p>
            <a:pPr lvl="1"/>
            <a:r>
              <a:rPr lang="en-GB" i="1" dirty="0"/>
              <a:t>…TLYGDE</a:t>
            </a:r>
            <a:r>
              <a:rPr lang="en-GB" b="1" i="1" dirty="0"/>
              <a:t>X</a:t>
            </a:r>
            <a:r>
              <a:rPr lang="en-GB" i="1" dirty="0"/>
              <a:t>RF…</a:t>
            </a:r>
          </a:p>
          <a:p>
            <a:r>
              <a:rPr lang="en-GB" dirty="0"/>
              <a:t>Basic Local Alignment Search Tool (BLAST) we can compare our amino acid sequences against databases</a:t>
            </a:r>
          </a:p>
          <a:p>
            <a:pPr lvl="1"/>
            <a:r>
              <a:rPr lang="en-GB" dirty="0"/>
              <a:t>Finds regions in biological sequences that are similar</a:t>
            </a:r>
          </a:p>
          <a:p>
            <a:pPr lvl="1"/>
            <a:r>
              <a:rPr lang="en-GB" dirty="0"/>
              <a:t>We can see how diverse our generated proteins are when we compare against the training set</a:t>
            </a:r>
          </a:p>
          <a:p>
            <a:pPr lvl="1"/>
            <a:r>
              <a:rPr lang="en-GB" dirty="0"/>
              <a:t>We can see how unique our generate proteins are when we compare against our own generated proteins</a:t>
            </a:r>
          </a:p>
          <a:p>
            <a:pPr lvl="1"/>
            <a:r>
              <a:rPr lang="en-GB" dirty="0"/>
              <a:t>Example image with difference between unique and diverse</a:t>
            </a:r>
          </a:p>
          <a:p>
            <a:r>
              <a:rPr lang="en-GB" dirty="0"/>
              <a:t>See how structurally valid our sequence are using </a:t>
            </a:r>
            <a:r>
              <a:rPr lang="en-GB" dirty="0" err="1"/>
              <a:t>OmegaFold</a:t>
            </a:r>
            <a:endParaRPr lang="en-GB" dirty="0"/>
          </a:p>
          <a:p>
            <a:pPr lvl="1"/>
            <a:r>
              <a:rPr lang="en-GB" dirty="0" err="1"/>
              <a:t>OmegaFold</a:t>
            </a:r>
            <a:r>
              <a:rPr lang="en-GB" dirty="0"/>
              <a:t> protein sequence-to-structure model</a:t>
            </a:r>
          </a:p>
          <a:p>
            <a:pPr lvl="1"/>
            <a:r>
              <a:rPr lang="en-GB" dirty="0"/>
              <a:t>Gives each amino acid in the protein a confidence score (</a:t>
            </a:r>
            <a:r>
              <a:rPr lang="en-GB" dirty="0" err="1"/>
              <a:t>plDDT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Average this score to obtain an average </a:t>
            </a:r>
            <a:r>
              <a:rPr lang="en-GB" dirty="0" err="1"/>
              <a:t>plDDT</a:t>
            </a:r>
            <a:r>
              <a:rPr lang="en-GB" dirty="0"/>
              <a:t> for each sequence</a:t>
            </a:r>
          </a:p>
          <a:p>
            <a:pPr lvl="1"/>
            <a:r>
              <a:rPr lang="en-GB" dirty="0"/>
              <a:t>Example image of a protein with different scores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9442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7297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4233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Still nowhere near the recommended 70 for reliability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9614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Able to generate proteins using an all-atom model</a:t>
            </a:r>
          </a:p>
          <a:p>
            <a:r>
              <a:rPr lang="en-GB" dirty="0"/>
              <a:t>All-atom is less diverse, comparable in uniqueness but structurally more sound</a:t>
            </a:r>
          </a:p>
          <a:p>
            <a:r>
              <a:rPr lang="en-GB" dirty="0"/>
              <a:t>All-atom generates protein-like molecules</a:t>
            </a:r>
          </a:p>
          <a:p>
            <a:pPr lvl="1"/>
            <a:r>
              <a:rPr lang="en-GB" dirty="0"/>
              <a:t>Although few canonical proteins</a:t>
            </a:r>
          </a:p>
          <a:p>
            <a:r>
              <a:rPr lang="en-GB" dirty="0"/>
              <a:t>The absorbing noise schedule has a negative impact on results</a:t>
            </a:r>
          </a:p>
          <a:p>
            <a:r>
              <a:rPr lang="en-GB" dirty="0"/>
              <a:t>            Both atom-metrics and protein-metrics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7755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Inpainting is nice to have</a:t>
            </a:r>
          </a:p>
          <a:p>
            <a:r>
              <a:rPr lang="en-GB" dirty="0"/>
              <a:t>Other stuff I want to definitely do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DEC08-3FA1-4AFD-BCF5-808F173EFECE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509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D26C-DFF4-89A2-2482-E20455D45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C2100-FF5B-385D-B839-F84A0BC6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3FEB6-06B2-6EFB-0AE9-AC77E862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58E6-68E5-4178-872D-0F851C97ED69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BDB2-84FA-C157-3A37-486CC393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4BC0-0032-54C6-A799-9AB2181B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7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F498-19DB-6E01-7FB5-00D06BB5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7A2E-E952-175D-3465-4EC68CE0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539FF-93BF-C465-91B4-2E9DAD6C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CA08-C688-4736-B48D-54330E3B0660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432BC-4283-CDFC-421D-D469F9FD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DBCB-CF2E-A93D-7EAD-4F3C3D03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4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D6B6-D232-948A-138C-DA2EA563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F10EA-3DC8-49EA-1B91-F8BA0D4E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42CF-830F-0F98-AA72-BD20CF95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2959-0F8E-4F90-871A-8F5FD7C39EC8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15230-A070-5921-67DC-E21CDBD9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30522-B86C-47BA-4EC4-96DA3B80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16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EF9F-57E7-E39A-924F-40627791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8A653-56EF-0E36-7C60-F0AB4E047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E3201-4AEC-0EE4-AD34-965D48A2C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2B446-0666-4388-4CEA-66DEAE80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7246-D1ED-490C-B907-18BC78CE6760}" type="datetime1">
              <a:rPr lang="en-GB" smtClean="0"/>
              <a:t>07/11/2024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F28DE-F1EF-5513-AEF7-BE8C8538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949C-F1C7-9FF5-B414-EDB1D953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96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1561-8400-F069-8912-9078036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0A9F-C03B-8836-A9DD-C07EF1EBD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CA115-9320-4AFB-56DB-F86430A3C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65246-78A1-C25A-36AE-EE96C7B22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EC2AB-5B46-C77E-F578-525D30906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2CB54-CCDD-03DA-FAA6-FE8E034F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20BB0-71AE-4107-B014-A2BC23E779E7}" type="datetime1">
              <a:rPr lang="en-GB" smtClean="0"/>
              <a:t>07/11/2024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57FCD-8E23-5C7A-4DF8-2EABECF4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0589B-C2AF-D188-85F6-E000DD45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3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9816-87D9-5919-2408-9BF55263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6B25E-8C39-6683-5580-2DE6CD04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0EF8-B2C4-45D1-9C57-5415AFB88FFD}" type="datetime1">
              <a:rPr lang="en-GB" smtClean="0"/>
              <a:t>07/11/2024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6C932-4559-32D7-CC00-D8A77EA4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0C747-99FD-FBFB-801D-DC6789BA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87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F875B-7529-4CF6-F2F1-6DA7506E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D74F-8DB5-4E16-85A3-7EB5BBD6A1D0}" type="datetime1">
              <a:rPr lang="en-GB" smtClean="0"/>
              <a:t>07/11/2024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D7500-20CB-4823-237E-F92369B9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475FE-7AB9-FEF4-7C55-BBBBB64F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49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1947-E442-AE9C-B1C0-7FDD992F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4244-3C7D-E5C2-5704-8115CA48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8AED1-F303-1ADD-20EE-9717360E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AEDE8-F5BD-D9A8-8D4C-900D04A1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43B4-2A34-40EC-A0AA-458AEED764AC}" type="datetime1">
              <a:rPr lang="en-GB" smtClean="0"/>
              <a:t>07/11/2024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427B5-241A-751E-6FD1-DE8FDADC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00003-AE23-0B2B-F6D7-F33A049D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3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D28D-EF0E-BB0F-A503-9A9C312E1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DFF94-8511-9A60-1C65-399A2C37C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FF2FB-3507-F506-B576-B6A8E151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22664-5242-EC6A-F23F-CB4214A4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BFF93-216F-4D16-9658-CAD79F528681}" type="datetime1">
              <a:rPr lang="en-GB" smtClean="0"/>
              <a:t>07/11/2024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2B1C-BDBC-96AE-1529-785D4B4E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4FE0F-0F73-6AA4-3535-2BA125B4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0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5430-EFC8-1BDF-D8CC-327531F7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30876-531C-622C-1D53-368A88C92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0F00B-3598-EBF6-10DC-1DC1AE72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7954-6BA2-48F8-8324-E7B42E1DF6B8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E92D5-005B-5214-A84D-63B9732C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52FC3-382D-2EAA-4DAA-80B17BE6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01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345F8-3A76-C88E-3AA8-D33BABDB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33F38-8D14-742E-5719-6BD78FCCE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6E6B-F8CD-EA85-8C83-0C2F183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D4326-195C-4919-8134-94385E9DEDD3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C20BB-3524-0620-7529-6FE6DFBA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46E69-B698-7D32-9C03-1BBE5B48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75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353DD-2100-041D-43A6-66517250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90962-4262-44AB-26FA-957C7D5E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8467-1291-74AF-0602-7E5F1A9DB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77C4E-3FF8-4D7B-9C77-296658F7CF32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DD07F-7F85-FE61-1FDB-ACFE50B00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E40-7754-88D2-9083-64B8A8027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74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oogle.com/imgres?q=protein%20molecule%20design&amp;imgurl=https%3A%2F%2Fmedia.istockphoto.com%2Fid%2F1390037416%2Fphoto%2Fchain-of-amino-acid-or-bio-molecules-called-protein-3d-illustration.jpg%3Fs%3D612x612%26w%3D0%26k%3D20%26c%3DxSkGolb7TDjqibvINrQYJ_rqrh4RIIzKIj3iMj4bZqI%3D&amp;imgrefurl=https%3A%2F%2Fwww.istockphoto.com%2Fphotos%2Fprotein-molecule&amp;docid=VMVIL85WyuEZXM&amp;tbnid=T3ItQnwTCGYXRM&amp;vet=12ahUKEwj3gq32o6KJAxULhP0HHc0BDZAQM3oECHcQAA..i&amp;w=612&amp;h=306&amp;hcb=2&amp;ved=2ahUKEwj3gq32o6KJAxULhP0HHc0BDZAQM3oECHcQA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image" Target="../media/image30.png"/><Relationship Id="rId18" Type="http://schemas.openxmlformats.org/officeDocument/2006/relationships/image" Target="../media/image3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27.png"/><Relationship Id="rId17" Type="http://schemas.openxmlformats.org/officeDocument/2006/relationships/image" Target="../media/image32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5" Type="http://schemas.openxmlformats.org/officeDocument/2006/relationships/image" Target="../media/image29.svg"/><Relationship Id="rId10" Type="http://schemas.openxmlformats.org/officeDocument/2006/relationships/diagramQuickStyle" Target="../diagrams/quickStyle5.xml"/><Relationship Id="rId19" Type="http://schemas.openxmlformats.org/officeDocument/2006/relationships/image" Target="../media/image34.svg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5.xml"/><Relationship Id="rId1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0.svg"/><Relationship Id="rId9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9.png"/><Relationship Id="rId18" Type="http://schemas.openxmlformats.org/officeDocument/2006/relationships/image" Target="../media/image60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image" Target="../media/image48.sv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11" Type="http://schemas.openxmlformats.org/officeDocument/2006/relationships/image" Target="../media/image47.png"/><Relationship Id="rId5" Type="http://schemas.openxmlformats.org/officeDocument/2006/relationships/image" Target="../media/image43.png"/><Relationship Id="rId15" Type="http://schemas.openxmlformats.org/officeDocument/2006/relationships/image" Target="../media/image57.png"/><Relationship Id="rId10" Type="http://schemas.openxmlformats.org/officeDocument/2006/relationships/image" Target="../media/image46.svg"/><Relationship Id="rId19" Type="http://schemas.openxmlformats.org/officeDocument/2006/relationships/image" Target="../media/image61.pn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diagramData" Target="../diagrams/data9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oup of colorful spirals&#10;&#10;Description automatically generated">
            <a:extLst>
              <a:ext uri="{FF2B5EF4-FFF2-40B4-BE49-F238E27FC236}">
                <a16:creationId xmlns:a16="http://schemas.microsoft.com/office/drawing/2014/main" id="{F063522D-8C78-69F4-6ED2-FA0E3F2A53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9D081C-AB28-F728-2D40-408A50406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1038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>
                <a:latin typeface="Montserrat Light" pitchFamily="2" charset="0"/>
              </a:rPr>
              <a:t>All-Atom Novel Protein Sequence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00D92-1E8E-3C02-5128-031D9B744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0713"/>
            <a:ext cx="9144000" cy="1655762"/>
          </a:xfrm>
        </p:spPr>
        <p:txBody>
          <a:bodyPr/>
          <a:lstStyle/>
          <a:p>
            <a:r>
              <a:rPr lang="en-GB" dirty="0">
                <a:latin typeface="Montserrat" pitchFamily="2" charset="0"/>
              </a:rPr>
              <a:t>Using discrete diffusion</a:t>
            </a:r>
            <a:endParaRPr lang="nl-NL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GB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21FEE-C09C-57D1-63F0-9C80EA12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8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7CC2-856D-8B8C-A110-333F6C7FD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dirty="0"/>
              <a:t>What are proteins &amp; Why design proteins?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C90CDCC-B8B5-99F2-40EE-547C0E8E9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1994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4CCBB-05B5-1389-09B6-CE8B1089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54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A37E735-23DD-4DD0-A368-D69297821E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FAC2CC-089F-4354-9CC8-69C0B728DE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B6663D7-8A14-46B9-9344-26C69B9950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0A0A78A-EE6C-45B2-B259-B4BD726C19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725DE30-A1CA-4326-83A3-4BA5A89FDE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7AAA632-E660-4D83-8E65-004786817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BC195-E0E5-9D30-131D-67BFB1A6F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How to design proteins?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1A789-DEC7-C473-CA25-E10F8EAC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1225" cy="4351338"/>
          </a:xfrm>
        </p:spPr>
        <p:txBody>
          <a:bodyPr anchor="ctr">
            <a:normAutofit/>
          </a:bodyPr>
          <a:lstStyle/>
          <a:p>
            <a:r>
              <a:rPr lang="en-GB" dirty="0"/>
              <a:t>Protein is a long chain of amino acids</a:t>
            </a:r>
          </a:p>
          <a:p>
            <a:r>
              <a:rPr lang="en-GB" dirty="0"/>
              <a:t>20 standard amino acids</a:t>
            </a:r>
          </a:p>
          <a:p>
            <a:r>
              <a:rPr lang="en-GB" dirty="0"/>
              <a:t>Protein “folds” into a large complex 3D structure</a:t>
            </a:r>
          </a:p>
          <a:p>
            <a:r>
              <a:rPr lang="en-GB" dirty="0"/>
              <a:t>Each amino acid is unique</a:t>
            </a:r>
          </a:p>
          <a:p>
            <a:r>
              <a:rPr lang="en-GB" dirty="0"/>
              <a:t>Structure gives a proteins function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7A480-9D7C-A07B-2E8A-300E0CA4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</a:t>
            </a:fld>
            <a:endParaRPr lang="en-GB"/>
          </a:p>
        </p:txBody>
      </p:sp>
      <p:pic>
        <p:nvPicPr>
          <p:cNvPr id="6" name="Picture 5" descr="A diagram of different types of structures&#10;&#10;Description automatically generated">
            <a:extLst>
              <a:ext uri="{FF2B5EF4-FFF2-40B4-BE49-F238E27FC236}">
                <a16:creationId xmlns:a16="http://schemas.microsoft.com/office/drawing/2014/main" id="{30F1F093-70CC-4861-4DC7-9CD46FF3E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39"/>
          <a:stretch/>
        </p:blipFill>
        <p:spPr>
          <a:xfrm>
            <a:off x="7748587" y="1690688"/>
            <a:ext cx="3248025" cy="2753519"/>
          </a:xfrm>
          <a:prstGeom prst="rect">
            <a:avLst/>
          </a:prstGeom>
        </p:spPr>
      </p:pic>
      <p:pic>
        <p:nvPicPr>
          <p:cNvPr id="7" name="Picture 6" descr="A diagram of different types of structures&#10;&#10;Description automatically generated">
            <a:extLst>
              <a:ext uri="{FF2B5EF4-FFF2-40B4-BE49-F238E27FC236}">
                <a16:creationId xmlns:a16="http://schemas.microsoft.com/office/drawing/2014/main" id="{005EF75F-7657-FFD9-D483-42B22FF2F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34" r="53666"/>
          <a:stretch/>
        </p:blipFill>
        <p:spPr>
          <a:xfrm>
            <a:off x="8248651" y="4220766"/>
            <a:ext cx="1504950" cy="213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5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444F-F47F-267C-266A-2C7B4D324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How to represent proteins?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F26221F-2DAF-8BFD-9C9C-4936881BD5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446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9B941-81EC-572F-8687-E1264078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09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BB6DC35-27F7-44B5-9FD0-5385105A2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725F689-CA71-4027-BACE-FB88CEF61D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BBC2799-6AA3-4685-A1C7-E1BA202404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967DA91-5E3C-43CD-8753-901D7B18C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D6B8ACD-B8BA-459F-863A-52FF74F4F6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CECE66C-C0F1-46DC-8A1D-7CFD9F8D3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0DFB94B-5DA5-4E5B-9964-3A81878500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B114712-BD73-4182-BB1E-559519B93E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B3699-9CAB-93A4-EA50-75CD84B75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A385E1E-500A-B2B9-9BDB-46FA12AEF9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277094"/>
              </p:ext>
            </p:extLst>
          </p:nvPr>
        </p:nvGraphicFramePr>
        <p:xfrm>
          <a:off x="1594644" y="1857374"/>
          <a:ext cx="9002711" cy="4157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BB4CACB-02FB-4CD9-09C1-D791EAC5D6E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Why use only a protein’s sequence?</a:t>
            </a:r>
          </a:p>
        </p:txBody>
      </p:sp>
    </p:spTree>
    <p:extLst>
      <p:ext uri="{BB962C8B-B14F-4D97-AF65-F5344CB8AC3E}">
        <p14:creationId xmlns:p14="http://schemas.microsoft.com/office/powerpoint/2010/main" val="80634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113B7F7-35BA-4EEA-BF8A-C0FD17ECFA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E083DED-700C-4D06-A875-B001BA157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2F1C9D6-ECD5-40DE-9600-F7F8AA806D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3581B9-8AC4-43AC-B5FD-01D99797E7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F8BD1F-38CF-45DC-8BC9-56586E1E57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ACEC14-1FF6-4E0C-90B6-BE08A32896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AF0DB3-7045-463B-B730-EC8C49C062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4B7D6B4-4E06-4B6E-961D-9CF589E39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5D51A0-5DDC-4B27-82E4-A210138449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4B290-5A85-8282-BA45-7A5D996CC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58" y="1583608"/>
            <a:ext cx="9808067" cy="1113503"/>
          </a:xfrm>
        </p:spPr>
        <p:txBody>
          <a:bodyPr anchor="b">
            <a:normAutofit/>
          </a:bodyPr>
          <a:lstStyle/>
          <a:p>
            <a:pPr algn="ctr"/>
            <a:r>
              <a:rPr lang="en-GB" dirty="0"/>
              <a:t>We need to be more expressive</a:t>
            </a:r>
          </a:p>
        </p:txBody>
      </p:sp>
      <p:pic>
        <p:nvPicPr>
          <p:cNvPr id="8" name="Graphic 7" descr="Artist male with solid fill">
            <a:extLst>
              <a:ext uri="{FF2B5EF4-FFF2-40B4-BE49-F238E27FC236}">
                <a16:creationId xmlns:a16="http://schemas.microsoft.com/office/drawing/2014/main" id="{66E51696-6568-6E90-4E05-DFFD97B6E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98389" y="493903"/>
            <a:ext cx="995221" cy="9952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B38C-F365-9E4B-84CA-973F06141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8" y="3011488"/>
            <a:ext cx="9804575" cy="3030485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GB" sz="1700" dirty="0"/>
              <a:t>Rare amino acids other than standard</a:t>
            </a:r>
          </a:p>
          <a:p>
            <a:pPr marL="0" indent="0" algn="ctr">
              <a:buNone/>
            </a:pPr>
            <a:r>
              <a:rPr lang="en-GB" sz="1300" dirty="0"/>
              <a:t>canonical vs. non-canonical</a:t>
            </a:r>
          </a:p>
          <a:p>
            <a:pPr marL="0" indent="0" algn="ctr">
              <a:buNone/>
            </a:pPr>
            <a:r>
              <a:rPr lang="en-GB" sz="1300" dirty="0"/>
              <a:t>Inefficient</a:t>
            </a:r>
          </a:p>
          <a:p>
            <a:pPr marL="0" indent="0" algn="ctr">
              <a:buNone/>
            </a:pPr>
            <a:endParaRPr lang="en-GB" sz="1300" dirty="0"/>
          </a:p>
          <a:p>
            <a:pPr marL="0" indent="0" algn="ctr">
              <a:buNone/>
            </a:pPr>
            <a:r>
              <a:rPr lang="en-GB" sz="1700" dirty="0"/>
              <a:t>Changes happen after creation</a:t>
            </a:r>
          </a:p>
          <a:p>
            <a:pPr marL="0" indent="0" algn="ctr">
              <a:buNone/>
            </a:pPr>
            <a:r>
              <a:rPr lang="en-GB" sz="1300" dirty="0"/>
              <a:t>amino acids or proteins</a:t>
            </a:r>
          </a:p>
          <a:p>
            <a:pPr marL="0" indent="0" algn="ctr">
              <a:buNone/>
            </a:pPr>
            <a:r>
              <a:rPr lang="en-GB" sz="1300" dirty="0"/>
              <a:t>Insulin</a:t>
            </a:r>
          </a:p>
          <a:p>
            <a:pPr marL="0" indent="0" algn="ctr">
              <a:buNone/>
            </a:pPr>
            <a:endParaRPr lang="en-GB" sz="1700" dirty="0"/>
          </a:p>
          <a:p>
            <a:pPr marL="0" indent="0" algn="ctr">
              <a:buNone/>
            </a:pPr>
            <a:r>
              <a:rPr lang="en-GB" sz="1700" dirty="0"/>
              <a:t>Can we go beyond the 20 amino acids?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9D4D9-F1F4-19DA-8348-917564B5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8FA591C-985B-4013-A3A4-EEE533F44A28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24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5AC7-9E4E-3A76-1A57-70B8DC33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All-Atom Protein Representation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CF0B041-C1B8-0C61-1F5A-2A66C22F3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3861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17400-32BB-CCA2-0CD7-C99D14D1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95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1E03B90-DEFE-4E4C-8A27-B2FE815C2F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CB2AD27-840B-4735-9BAB-E8AD1BAA5F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4B15745-FF8F-413F-BF36-3203FDD6B6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B1A424D-0126-4E88-8B46-4271D31A9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EC3E613-14D4-4AC4-9F55-F007F4FF34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0CD4CF3-CD80-41BE-AEEC-3757371019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DA4713D-505B-439C-8008-882816A1C9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8435B0A-3970-407F-8AA4-88C57B25A5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0F6623A-BCD9-4F4E-A519-7C2F57B5BE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1B2E-8158-58E0-023B-E9291346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is a diffusion model?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05B1-B624-4CA6-7DBE-35585D9F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8</a:t>
            </a:fld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6859F94-9972-AFF6-610D-E20BC435873F}"/>
              </a:ext>
            </a:extLst>
          </p:cNvPr>
          <p:cNvSpPr/>
          <p:nvPr/>
        </p:nvSpPr>
        <p:spPr>
          <a:xfrm>
            <a:off x="5144692" y="3353971"/>
            <a:ext cx="2489107" cy="734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Diffusion model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A14909-9E46-B95D-8D25-0FDF9BB43B2D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500942" y="3721095"/>
            <a:ext cx="6437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2DF615-E04E-C404-A536-19618CC8D8F8}"/>
              </a:ext>
            </a:extLst>
          </p:cNvPr>
          <p:cNvCxnSpPr>
            <a:cxnSpLocks/>
          </p:cNvCxnSpPr>
          <p:nvPr/>
        </p:nvCxnSpPr>
        <p:spPr>
          <a:xfrm>
            <a:off x="7633799" y="3692312"/>
            <a:ext cx="109659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B05B0E9-D918-1786-4D12-B47AB12FD58D}"/>
              </a:ext>
            </a:extLst>
          </p:cNvPr>
          <p:cNvGrpSpPr/>
          <p:nvPr/>
        </p:nvGrpSpPr>
        <p:grpSpPr>
          <a:xfrm>
            <a:off x="1512766" y="2286159"/>
            <a:ext cx="3084273" cy="3028419"/>
            <a:chOff x="1512766" y="2286159"/>
            <a:chExt cx="3084273" cy="3028419"/>
          </a:xfrm>
        </p:grpSpPr>
        <p:pic>
          <p:nvPicPr>
            <p:cNvPr id="22" name="Picture 2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6C09794-DD57-3364-256E-6D6182AF1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2711" y="2286160"/>
              <a:ext cx="498106" cy="498106"/>
            </a:xfrm>
            <a:prstGeom prst="rect">
              <a:avLst/>
            </a:prstGeom>
          </p:spPr>
        </p:pic>
        <p:pic>
          <p:nvPicPr>
            <p:cNvPr id="23" name="Picture 2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9660623-A8E2-3CE6-65BC-803E42239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5407" y="2286161"/>
              <a:ext cx="498106" cy="498106"/>
            </a:xfrm>
            <a:prstGeom prst="rect">
              <a:avLst/>
            </a:prstGeom>
          </p:spPr>
        </p:pic>
        <p:pic>
          <p:nvPicPr>
            <p:cNvPr id="24" name="Picture 2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B240FBF-1BC1-E8BE-EF03-55BB63E5A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2709" y="2651287"/>
              <a:ext cx="498106" cy="498106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253B3E8-B362-E4DA-5EEA-32571283E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5406" y="2651287"/>
              <a:ext cx="498106" cy="498106"/>
            </a:xfrm>
            <a:prstGeom prst="rect">
              <a:avLst/>
            </a:prstGeom>
          </p:spPr>
        </p:pic>
        <p:pic>
          <p:nvPicPr>
            <p:cNvPr id="26" name="Picture 2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70E3FB0-2A71-0D75-294F-866BF98EE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888" y="2286161"/>
              <a:ext cx="498106" cy="498106"/>
            </a:xfrm>
            <a:prstGeom prst="rect">
              <a:avLst/>
            </a:prstGeom>
          </p:spPr>
        </p:pic>
        <p:pic>
          <p:nvPicPr>
            <p:cNvPr id="27" name="Picture 2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CBDFE80-ED9A-819D-5911-DE7EBC576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013" y="2286160"/>
              <a:ext cx="498106" cy="498106"/>
            </a:xfrm>
            <a:prstGeom prst="rect">
              <a:avLst/>
            </a:prstGeom>
          </p:spPr>
        </p:pic>
        <p:pic>
          <p:nvPicPr>
            <p:cNvPr id="28" name="Picture 2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4815A708-4A28-56F7-C618-E2A3A8B62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886" y="2651288"/>
              <a:ext cx="498106" cy="498106"/>
            </a:xfrm>
            <a:prstGeom prst="rect">
              <a:avLst/>
            </a:prstGeom>
          </p:spPr>
        </p:pic>
        <p:pic>
          <p:nvPicPr>
            <p:cNvPr id="29" name="Picture 28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C547937-E831-22DC-7925-FB34C1C5D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012" y="2651286"/>
              <a:ext cx="498106" cy="498106"/>
            </a:xfrm>
            <a:prstGeom prst="rect">
              <a:avLst/>
            </a:prstGeom>
          </p:spPr>
        </p:pic>
        <p:pic>
          <p:nvPicPr>
            <p:cNvPr id="30" name="Picture 2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4E01A961-9B2B-7F70-140D-478964405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2711" y="3016412"/>
              <a:ext cx="498106" cy="498106"/>
            </a:xfrm>
            <a:prstGeom prst="rect">
              <a:avLst/>
            </a:prstGeom>
          </p:spPr>
        </p:pic>
        <p:pic>
          <p:nvPicPr>
            <p:cNvPr id="31" name="Picture 3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8AD3B3D-DE1C-63F7-9198-FB77AF213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5407" y="3016413"/>
              <a:ext cx="498106" cy="498106"/>
            </a:xfrm>
            <a:prstGeom prst="rect">
              <a:avLst/>
            </a:prstGeom>
          </p:spPr>
        </p:pic>
        <p:pic>
          <p:nvPicPr>
            <p:cNvPr id="32" name="Picture 3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7CCA0FD-08FD-EEE9-FDFF-7B893875D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2709" y="3381535"/>
              <a:ext cx="498106" cy="498106"/>
            </a:xfrm>
            <a:prstGeom prst="rect">
              <a:avLst/>
            </a:prstGeom>
          </p:spPr>
        </p:pic>
        <p:pic>
          <p:nvPicPr>
            <p:cNvPr id="33" name="Picture 3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B166425-5259-E67F-04CF-AE8469100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5406" y="3381535"/>
              <a:ext cx="498106" cy="498106"/>
            </a:xfrm>
            <a:prstGeom prst="rect">
              <a:avLst/>
            </a:prstGeom>
          </p:spPr>
        </p:pic>
        <p:pic>
          <p:nvPicPr>
            <p:cNvPr id="34" name="Picture 3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6CD868E-6CBF-5793-4963-FEC56154D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888" y="3016413"/>
              <a:ext cx="498106" cy="498106"/>
            </a:xfrm>
            <a:prstGeom prst="rect">
              <a:avLst/>
            </a:prstGeom>
          </p:spPr>
        </p:pic>
        <p:pic>
          <p:nvPicPr>
            <p:cNvPr id="35" name="Picture 3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003B0D8-61AC-3B60-383E-EBEEBC932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013" y="3016412"/>
              <a:ext cx="498106" cy="498106"/>
            </a:xfrm>
            <a:prstGeom prst="rect">
              <a:avLst/>
            </a:prstGeom>
          </p:spPr>
        </p:pic>
        <p:pic>
          <p:nvPicPr>
            <p:cNvPr id="36" name="Picture 3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7A12509-BE1B-9F2F-0BD8-CA027E13F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886" y="3381536"/>
              <a:ext cx="498106" cy="498106"/>
            </a:xfrm>
            <a:prstGeom prst="rect">
              <a:avLst/>
            </a:prstGeom>
          </p:spPr>
        </p:pic>
        <p:pic>
          <p:nvPicPr>
            <p:cNvPr id="37" name="Picture 3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A93FF36-1FF4-98F4-7674-98DDDA31D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012" y="3381534"/>
              <a:ext cx="498106" cy="498106"/>
            </a:xfrm>
            <a:prstGeom prst="rect">
              <a:avLst/>
            </a:prstGeom>
          </p:spPr>
        </p:pic>
        <p:pic>
          <p:nvPicPr>
            <p:cNvPr id="81" name="Picture 8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780C0AF-1E47-C461-50AC-7BD5B07A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6237" y="2286159"/>
              <a:ext cx="498106" cy="498106"/>
            </a:xfrm>
            <a:prstGeom prst="rect">
              <a:avLst/>
            </a:prstGeom>
          </p:spPr>
        </p:pic>
        <p:pic>
          <p:nvPicPr>
            <p:cNvPr id="82" name="Picture 8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ECCD253-36E1-B086-28A9-C3A00D249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33" y="2286160"/>
              <a:ext cx="498106" cy="498106"/>
            </a:xfrm>
            <a:prstGeom prst="rect">
              <a:avLst/>
            </a:prstGeom>
          </p:spPr>
        </p:pic>
        <p:pic>
          <p:nvPicPr>
            <p:cNvPr id="83" name="Picture 8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36BBC10-DA6F-1CE8-0A8F-954796659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6235" y="2651286"/>
              <a:ext cx="498106" cy="498106"/>
            </a:xfrm>
            <a:prstGeom prst="rect">
              <a:avLst/>
            </a:prstGeom>
          </p:spPr>
        </p:pic>
        <p:pic>
          <p:nvPicPr>
            <p:cNvPr id="84" name="Picture 8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CF7FE2D-0704-279A-A437-233EC1D7A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32" y="2651286"/>
              <a:ext cx="498106" cy="498106"/>
            </a:xfrm>
            <a:prstGeom prst="rect">
              <a:avLst/>
            </a:prstGeom>
          </p:spPr>
        </p:pic>
        <p:pic>
          <p:nvPicPr>
            <p:cNvPr id="85" name="Picture 8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CC42EBA-71D5-0A22-C844-C9E1FBE42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8414" y="2286160"/>
              <a:ext cx="498106" cy="498106"/>
            </a:xfrm>
            <a:prstGeom prst="rect">
              <a:avLst/>
            </a:prstGeom>
          </p:spPr>
        </p:pic>
        <p:pic>
          <p:nvPicPr>
            <p:cNvPr id="86" name="Picture 8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0A7E8068-49D4-4E06-E6D0-C9DFBD2FA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539" y="2286159"/>
              <a:ext cx="498106" cy="498106"/>
            </a:xfrm>
            <a:prstGeom prst="rect">
              <a:avLst/>
            </a:prstGeom>
          </p:spPr>
        </p:pic>
        <p:pic>
          <p:nvPicPr>
            <p:cNvPr id="87" name="Picture 8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CC2FDD6-56F8-CABD-C07C-3E8B1C5C7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8412" y="2651287"/>
              <a:ext cx="498106" cy="498106"/>
            </a:xfrm>
            <a:prstGeom prst="rect">
              <a:avLst/>
            </a:prstGeom>
          </p:spPr>
        </p:pic>
        <p:pic>
          <p:nvPicPr>
            <p:cNvPr id="88" name="Picture 8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A59DE69-2B0C-871D-A996-D7EA64D9E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538" y="2651285"/>
              <a:ext cx="498106" cy="498106"/>
            </a:xfrm>
            <a:prstGeom prst="rect">
              <a:avLst/>
            </a:prstGeom>
          </p:spPr>
        </p:pic>
        <p:pic>
          <p:nvPicPr>
            <p:cNvPr id="89" name="Picture 88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4050730-7634-377B-3174-96210B163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6237" y="3016411"/>
              <a:ext cx="498106" cy="498106"/>
            </a:xfrm>
            <a:prstGeom prst="rect">
              <a:avLst/>
            </a:prstGeom>
          </p:spPr>
        </p:pic>
        <p:pic>
          <p:nvPicPr>
            <p:cNvPr id="90" name="Picture 8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F884704-2490-6818-9558-909E911B4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33" y="3016412"/>
              <a:ext cx="498106" cy="498106"/>
            </a:xfrm>
            <a:prstGeom prst="rect">
              <a:avLst/>
            </a:prstGeom>
          </p:spPr>
        </p:pic>
        <p:pic>
          <p:nvPicPr>
            <p:cNvPr id="91" name="Picture 9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C62886B-D740-1F58-0C58-D14D20D8C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6235" y="3381534"/>
              <a:ext cx="498106" cy="498106"/>
            </a:xfrm>
            <a:prstGeom prst="rect">
              <a:avLst/>
            </a:prstGeom>
          </p:spPr>
        </p:pic>
        <p:pic>
          <p:nvPicPr>
            <p:cNvPr id="92" name="Picture 9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18972AA-496C-88D3-D3C9-E63668AF1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32" y="3381534"/>
              <a:ext cx="498106" cy="498106"/>
            </a:xfrm>
            <a:prstGeom prst="rect">
              <a:avLst/>
            </a:prstGeom>
          </p:spPr>
        </p:pic>
        <p:pic>
          <p:nvPicPr>
            <p:cNvPr id="93" name="Picture 9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3FCCE2A-6814-231A-A18F-4EDB5279E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8414" y="3016412"/>
              <a:ext cx="498106" cy="498106"/>
            </a:xfrm>
            <a:prstGeom prst="rect">
              <a:avLst/>
            </a:prstGeom>
          </p:spPr>
        </p:pic>
        <p:pic>
          <p:nvPicPr>
            <p:cNvPr id="94" name="Picture 9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C9915E9-2C94-700B-CAF7-00A6CE256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539" y="3016411"/>
              <a:ext cx="498106" cy="498106"/>
            </a:xfrm>
            <a:prstGeom prst="rect">
              <a:avLst/>
            </a:prstGeom>
          </p:spPr>
        </p:pic>
        <p:pic>
          <p:nvPicPr>
            <p:cNvPr id="95" name="Picture 9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20F2AAF-9C66-D035-069E-DE771D96F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8412" y="3381535"/>
              <a:ext cx="498106" cy="498106"/>
            </a:xfrm>
            <a:prstGeom prst="rect">
              <a:avLst/>
            </a:prstGeom>
          </p:spPr>
        </p:pic>
        <p:pic>
          <p:nvPicPr>
            <p:cNvPr id="96" name="Picture 9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CEC6921-44EA-C341-B619-CFE9A5E50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538" y="3381533"/>
              <a:ext cx="498106" cy="498106"/>
            </a:xfrm>
            <a:prstGeom prst="rect">
              <a:avLst/>
            </a:prstGeom>
          </p:spPr>
        </p:pic>
        <p:pic>
          <p:nvPicPr>
            <p:cNvPr id="97" name="Picture 9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C1D6ED6-F0C0-0B73-9478-D9FCE094D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591" y="3721096"/>
              <a:ext cx="498106" cy="498106"/>
            </a:xfrm>
            <a:prstGeom prst="rect">
              <a:avLst/>
            </a:prstGeom>
          </p:spPr>
        </p:pic>
        <p:pic>
          <p:nvPicPr>
            <p:cNvPr id="98" name="Picture 9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B9A2455-6FFA-15A4-6CC3-44EC55D18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3287" y="3721097"/>
              <a:ext cx="498106" cy="498106"/>
            </a:xfrm>
            <a:prstGeom prst="rect">
              <a:avLst/>
            </a:prstGeom>
          </p:spPr>
        </p:pic>
        <p:pic>
          <p:nvPicPr>
            <p:cNvPr id="99" name="Picture 98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0B0C9EE-4F67-AC41-E0BB-26B44CA47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589" y="4086223"/>
              <a:ext cx="498106" cy="498106"/>
            </a:xfrm>
            <a:prstGeom prst="rect">
              <a:avLst/>
            </a:prstGeom>
          </p:spPr>
        </p:pic>
        <p:pic>
          <p:nvPicPr>
            <p:cNvPr id="100" name="Picture 9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0B53278D-1616-3F77-BE7F-8BA4E59CD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3286" y="4086223"/>
              <a:ext cx="498106" cy="498106"/>
            </a:xfrm>
            <a:prstGeom prst="rect">
              <a:avLst/>
            </a:prstGeom>
          </p:spPr>
        </p:pic>
        <p:pic>
          <p:nvPicPr>
            <p:cNvPr id="101" name="Picture 10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0A00B4E-C983-160C-99B1-67F5AA627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2768" y="3721097"/>
              <a:ext cx="498106" cy="498106"/>
            </a:xfrm>
            <a:prstGeom prst="rect">
              <a:avLst/>
            </a:prstGeom>
          </p:spPr>
        </p:pic>
        <p:pic>
          <p:nvPicPr>
            <p:cNvPr id="102" name="Picture 10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E8FCCD0-32A6-610B-BE30-7566C577E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893" y="3721096"/>
              <a:ext cx="498106" cy="498106"/>
            </a:xfrm>
            <a:prstGeom prst="rect">
              <a:avLst/>
            </a:prstGeom>
          </p:spPr>
        </p:pic>
        <p:pic>
          <p:nvPicPr>
            <p:cNvPr id="103" name="Picture 10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3C378D3-E360-923D-5010-681EAFF9C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2766" y="4086224"/>
              <a:ext cx="498106" cy="498106"/>
            </a:xfrm>
            <a:prstGeom prst="rect">
              <a:avLst/>
            </a:prstGeom>
          </p:spPr>
        </p:pic>
        <p:pic>
          <p:nvPicPr>
            <p:cNvPr id="104" name="Picture 10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08D7D68-F7E6-B8F2-6091-D38E591DC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892" y="4086222"/>
              <a:ext cx="498106" cy="498106"/>
            </a:xfrm>
            <a:prstGeom prst="rect">
              <a:avLst/>
            </a:prstGeom>
          </p:spPr>
        </p:pic>
        <p:pic>
          <p:nvPicPr>
            <p:cNvPr id="105" name="Picture 10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69D87BF-3EC0-5E59-DF97-32969BFDD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591" y="4451348"/>
              <a:ext cx="498106" cy="498106"/>
            </a:xfrm>
            <a:prstGeom prst="rect">
              <a:avLst/>
            </a:prstGeom>
          </p:spPr>
        </p:pic>
        <p:pic>
          <p:nvPicPr>
            <p:cNvPr id="106" name="Picture 10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3DDCF22-A630-145B-2D31-7321A58EE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3287" y="4451349"/>
              <a:ext cx="498106" cy="498106"/>
            </a:xfrm>
            <a:prstGeom prst="rect">
              <a:avLst/>
            </a:prstGeom>
          </p:spPr>
        </p:pic>
        <p:pic>
          <p:nvPicPr>
            <p:cNvPr id="107" name="Picture 10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4990B6C9-B792-5BD3-DBCE-9F912FC27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589" y="4816471"/>
              <a:ext cx="498106" cy="498106"/>
            </a:xfrm>
            <a:prstGeom prst="rect">
              <a:avLst/>
            </a:prstGeom>
          </p:spPr>
        </p:pic>
        <p:pic>
          <p:nvPicPr>
            <p:cNvPr id="108" name="Picture 10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2A40760-A99D-CDE5-0D94-7E01D07C0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3286" y="4816471"/>
              <a:ext cx="498106" cy="498106"/>
            </a:xfrm>
            <a:prstGeom prst="rect">
              <a:avLst/>
            </a:prstGeom>
          </p:spPr>
        </p:pic>
        <p:pic>
          <p:nvPicPr>
            <p:cNvPr id="109" name="Picture 108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B612CD9-25FA-BE54-9D34-BF406D0B0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2768" y="4451349"/>
              <a:ext cx="498106" cy="498106"/>
            </a:xfrm>
            <a:prstGeom prst="rect">
              <a:avLst/>
            </a:prstGeom>
          </p:spPr>
        </p:pic>
        <p:pic>
          <p:nvPicPr>
            <p:cNvPr id="110" name="Picture 10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9849DCD-921B-8A25-21EE-329B87221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893" y="4451348"/>
              <a:ext cx="498106" cy="498106"/>
            </a:xfrm>
            <a:prstGeom prst="rect">
              <a:avLst/>
            </a:prstGeom>
          </p:spPr>
        </p:pic>
        <p:pic>
          <p:nvPicPr>
            <p:cNvPr id="111" name="Picture 1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0C7DC0A-282B-F3AF-9F9D-B3CC68D69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2766" y="4816472"/>
              <a:ext cx="498106" cy="498106"/>
            </a:xfrm>
            <a:prstGeom prst="rect">
              <a:avLst/>
            </a:prstGeom>
          </p:spPr>
        </p:pic>
        <p:pic>
          <p:nvPicPr>
            <p:cNvPr id="112" name="Picture 11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97B6CAD-597E-A66E-A274-566A15211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892" y="4816470"/>
              <a:ext cx="498106" cy="498106"/>
            </a:xfrm>
            <a:prstGeom prst="rect">
              <a:avLst/>
            </a:prstGeom>
          </p:spPr>
        </p:pic>
        <p:pic>
          <p:nvPicPr>
            <p:cNvPr id="113" name="Picture 11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83D33A9-7C2C-FB4F-88CB-EDA161575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6237" y="3721095"/>
              <a:ext cx="498106" cy="498106"/>
            </a:xfrm>
            <a:prstGeom prst="rect">
              <a:avLst/>
            </a:prstGeom>
          </p:spPr>
        </p:pic>
        <p:pic>
          <p:nvPicPr>
            <p:cNvPr id="114" name="Picture 11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A8E2953-3B71-AC54-DBF7-D1486C93C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33" y="3721096"/>
              <a:ext cx="498106" cy="498106"/>
            </a:xfrm>
            <a:prstGeom prst="rect">
              <a:avLst/>
            </a:prstGeom>
          </p:spPr>
        </p:pic>
        <p:pic>
          <p:nvPicPr>
            <p:cNvPr id="115" name="Picture 11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1C129B01-1FE8-95B0-892D-3194210B5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6235" y="4086222"/>
              <a:ext cx="498106" cy="498106"/>
            </a:xfrm>
            <a:prstGeom prst="rect">
              <a:avLst/>
            </a:prstGeom>
          </p:spPr>
        </p:pic>
        <p:pic>
          <p:nvPicPr>
            <p:cNvPr id="116" name="Picture 11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2B12949-C389-2D92-9718-0D605BAC2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32" y="4086222"/>
              <a:ext cx="498106" cy="498106"/>
            </a:xfrm>
            <a:prstGeom prst="rect">
              <a:avLst/>
            </a:prstGeom>
          </p:spPr>
        </p:pic>
        <p:pic>
          <p:nvPicPr>
            <p:cNvPr id="117" name="Picture 11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C2722B9-AA83-5E47-CD38-F1EFD2741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8414" y="3721096"/>
              <a:ext cx="498106" cy="498106"/>
            </a:xfrm>
            <a:prstGeom prst="rect">
              <a:avLst/>
            </a:prstGeom>
          </p:spPr>
        </p:pic>
        <p:pic>
          <p:nvPicPr>
            <p:cNvPr id="118" name="Picture 11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F5120C7-5F3E-DEFA-3329-E1DF92307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539" y="3721095"/>
              <a:ext cx="498106" cy="498106"/>
            </a:xfrm>
            <a:prstGeom prst="rect">
              <a:avLst/>
            </a:prstGeom>
          </p:spPr>
        </p:pic>
        <p:pic>
          <p:nvPicPr>
            <p:cNvPr id="119" name="Picture 118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A3E6D17-3E6D-21F9-60BC-0AA5057D6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8412" y="4086223"/>
              <a:ext cx="498106" cy="498106"/>
            </a:xfrm>
            <a:prstGeom prst="rect">
              <a:avLst/>
            </a:prstGeom>
          </p:spPr>
        </p:pic>
        <p:pic>
          <p:nvPicPr>
            <p:cNvPr id="120" name="Picture 11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753045B-20BC-4100-3F82-70CDD7C64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538" y="4086221"/>
              <a:ext cx="498106" cy="498106"/>
            </a:xfrm>
            <a:prstGeom prst="rect">
              <a:avLst/>
            </a:prstGeom>
          </p:spPr>
        </p:pic>
        <p:pic>
          <p:nvPicPr>
            <p:cNvPr id="121" name="Picture 12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3DE0D16-7C47-5745-06D5-50267A416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6237" y="4451347"/>
              <a:ext cx="498106" cy="498106"/>
            </a:xfrm>
            <a:prstGeom prst="rect">
              <a:avLst/>
            </a:prstGeom>
          </p:spPr>
        </p:pic>
        <p:pic>
          <p:nvPicPr>
            <p:cNvPr id="122" name="Picture 12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5044C4D-DBFE-BD1A-7FB1-4E8EFB6EB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33" y="4451348"/>
              <a:ext cx="498106" cy="498106"/>
            </a:xfrm>
            <a:prstGeom prst="rect">
              <a:avLst/>
            </a:prstGeom>
          </p:spPr>
        </p:pic>
        <p:pic>
          <p:nvPicPr>
            <p:cNvPr id="123" name="Picture 12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3EFAE80-09EF-0BA9-F89D-4C4345A60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6235" y="4816470"/>
              <a:ext cx="498106" cy="498106"/>
            </a:xfrm>
            <a:prstGeom prst="rect">
              <a:avLst/>
            </a:prstGeom>
          </p:spPr>
        </p:pic>
        <p:pic>
          <p:nvPicPr>
            <p:cNvPr id="124" name="Picture 12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2AB787C-D014-4A88-C05C-80384D2F0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8932" y="4816470"/>
              <a:ext cx="498106" cy="498106"/>
            </a:xfrm>
            <a:prstGeom prst="rect">
              <a:avLst/>
            </a:prstGeom>
          </p:spPr>
        </p:pic>
        <p:pic>
          <p:nvPicPr>
            <p:cNvPr id="125" name="Picture 12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DC00404E-9102-2767-2E71-E30028AA4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8414" y="4451348"/>
              <a:ext cx="498106" cy="498106"/>
            </a:xfrm>
            <a:prstGeom prst="rect">
              <a:avLst/>
            </a:prstGeom>
          </p:spPr>
        </p:pic>
        <p:pic>
          <p:nvPicPr>
            <p:cNvPr id="126" name="Picture 12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FBBF5CD-2049-BCFF-D221-973C5D0CD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539" y="4451347"/>
              <a:ext cx="498106" cy="498106"/>
            </a:xfrm>
            <a:prstGeom prst="rect">
              <a:avLst/>
            </a:prstGeom>
          </p:spPr>
        </p:pic>
        <p:pic>
          <p:nvPicPr>
            <p:cNvPr id="127" name="Picture 12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A9FCB1A-3E40-5F9D-ACAA-387FEB189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8412" y="4816471"/>
              <a:ext cx="498106" cy="498106"/>
            </a:xfrm>
            <a:prstGeom prst="rect">
              <a:avLst/>
            </a:prstGeom>
          </p:spPr>
        </p:pic>
        <p:pic>
          <p:nvPicPr>
            <p:cNvPr id="128" name="Picture 12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8D1209D-3EB0-1278-71DB-F3312242B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538" y="4816469"/>
              <a:ext cx="498106" cy="498106"/>
            </a:xfrm>
            <a:prstGeom prst="rect">
              <a:avLst/>
            </a:prstGeom>
          </p:spPr>
        </p:pic>
      </p:grpSp>
      <p:pic>
        <p:nvPicPr>
          <p:cNvPr id="132" name="Picture 1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3FD84D-60EB-E0F3-084C-A449EB5EB1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266" y="3472041"/>
            <a:ext cx="498106" cy="49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4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1B2E-8158-58E0-023B-E9291346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Why a diffusion model?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05B1-B624-4CA6-7DBE-35585D9F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9</a:t>
            </a:fld>
            <a:endParaRPr lang="en-GB"/>
          </a:p>
        </p:txBody>
      </p:sp>
      <p:pic>
        <p:nvPicPr>
          <p:cNvPr id="22" name="Picture 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C09794-DD57-3364-256E-6D6182AF1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2286160"/>
            <a:ext cx="498106" cy="498106"/>
          </a:xfrm>
          <a:prstGeom prst="rect">
            <a:avLst/>
          </a:prstGeom>
        </p:spPr>
      </p:pic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660623-A8E2-3CE6-65BC-803E42239C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2286161"/>
            <a:ext cx="498106" cy="498106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B240FBF-1BC1-E8BE-EF03-55BB63E5A0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2651287"/>
            <a:ext cx="498106" cy="498106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53B3E8-B362-E4DA-5EEA-32571283E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2651287"/>
            <a:ext cx="498106" cy="498106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70E3FB0-2A71-0D75-294F-866BF98EEB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2286161"/>
            <a:ext cx="498106" cy="498106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BDFE80-ED9A-819D-5911-DE7EBC576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2286160"/>
            <a:ext cx="498106" cy="498106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15A708-4A28-56F7-C618-E2A3A8B6280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2651288"/>
            <a:ext cx="498106" cy="498106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547937-E831-22DC-7925-FB34C1C5D5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2651286"/>
            <a:ext cx="498106" cy="498106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01A961-9B2B-7F70-140D-4789644051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3016412"/>
            <a:ext cx="498106" cy="498106"/>
          </a:xfrm>
          <a:prstGeom prst="rect">
            <a:avLst/>
          </a:prstGeom>
        </p:spPr>
      </p:pic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AD3B3D-DE1C-63F7-9198-FB77AF213A2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3016413"/>
            <a:ext cx="498106" cy="498106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7CCA0FD-08FD-EEE9-FDFF-7B893875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3381535"/>
            <a:ext cx="498106" cy="498106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66425-5259-E67F-04CF-AE846910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3381535"/>
            <a:ext cx="498106" cy="498106"/>
          </a:xfrm>
          <a:prstGeom prst="rect">
            <a:avLst/>
          </a:prstGeom>
        </p:spPr>
      </p:pic>
      <p:pic>
        <p:nvPicPr>
          <p:cNvPr id="34" name="Picture 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CD868E-6CBF-5793-4963-FEC56154D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3016413"/>
            <a:ext cx="498106" cy="498106"/>
          </a:xfrm>
          <a:prstGeom prst="rect">
            <a:avLst/>
          </a:prstGeom>
        </p:spPr>
      </p:pic>
      <p:pic>
        <p:nvPicPr>
          <p:cNvPr id="35" name="Picture 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03B0D8-61AC-3B60-383E-EBEEBC932D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3016412"/>
            <a:ext cx="498106" cy="49810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A12509-BE1B-9F2F-0BD8-CA027E13F0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3381536"/>
            <a:ext cx="498106" cy="498106"/>
          </a:xfrm>
          <a:prstGeom prst="rect">
            <a:avLst/>
          </a:prstGeom>
        </p:spPr>
      </p:pic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93FF36-1FF4-98F4-7674-98DDDA31D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3381534"/>
            <a:ext cx="498106" cy="498106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6859F94-9972-AFF6-610D-E20BC435873F}"/>
              </a:ext>
            </a:extLst>
          </p:cNvPr>
          <p:cNvSpPr/>
          <p:nvPr/>
        </p:nvSpPr>
        <p:spPr>
          <a:xfrm>
            <a:off x="5144692" y="3353971"/>
            <a:ext cx="2489107" cy="734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Other models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A14909-9E46-B95D-8D25-0FDF9BB43B2D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500942" y="3721095"/>
            <a:ext cx="6437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2DF615-E04E-C404-A536-19618CC8D8F8}"/>
              </a:ext>
            </a:extLst>
          </p:cNvPr>
          <p:cNvCxnSpPr>
            <a:cxnSpLocks/>
          </p:cNvCxnSpPr>
          <p:nvPr/>
        </p:nvCxnSpPr>
        <p:spPr>
          <a:xfrm>
            <a:off x="7633799" y="3692312"/>
            <a:ext cx="109659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B530CC-07D2-88E8-B568-33EC46928A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443" y="3514517"/>
            <a:ext cx="498106" cy="498106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5D695F-C5FE-8269-E859-2C091C8E8D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140" y="3514517"/>
            <a:ext cx="498106" cy="498106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100F29-4728-90F6-F29D-0764BA6AAF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20" y="3514518"/>
            <a:ext cx="498106" cy="498106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F1A57F9-EA4C-2A9C-02F4-FD92CD2A0B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746" y="3514516"/>
            <a:ext cx="498106" cy="498106"/>
          </a:xfrm>
          <a:prstGeom prst="rect">
            <a:avLst/>
          </a:prstGeom>
        </p:spPr>
      </p:pic>
      <p:pic>
        <p:nvPicPr>
          <p:cNvPr id="81" name="Picture 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80C0AF-1E47-C461-50AC-7BD5B07AA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2286159"/>
            <a:ext cx="498106" cy="498106"/>
          </a:xfrm>
          <a:prstGeom prst="rect">
            <a:avLst/>
          </a:prstGeom>
        </p:spPr>
      </p:pic>
      <p:pic>
        <p:nvPicPr>
          <p:cNvPr id="82" name="Picture 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CCD253-36E1-B086-28A9-C3A00D249A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2286160"/>
            <a:ext cx="498106" cy="498106"/>
          </a:xfrm>
          <a:prstGeom prst="rect">
            <a:avLst/>
          </a:prstGeom>
        </p:spPr>
      </p:pic>
      <p:pic>
        <p:nvPicPr>
          <p:cNvPr id="83" name="Picture 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6BBC10-DA6F-1CE8-0A8F-954796659A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2651286"/>
            <a:ext cx="498106" cy="498106"/>
          </a:xfrm>
          <a:prstGeom prst="rect">
            <a:avLst/>
          </a:prstGeom>
        </p:spPr>
      </p:pic>
      <p:pic>
        <p:nvPicPr>
          <p:cNvPr id="84" name="Picture 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F7FE2D-0704-279A-A437-233EC1D7A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2651286"/>
            <a:ext cx="498106" cy="498106"/>
          </a:xfrm>
          <a:prstGeom prst="rect">
            <a:avLst/>
          </a:prstGeom>
        </p:spPr>
      </p:pic>
      <p:pic>
        <p:nvPicPr>
          <p:cNvPr id="85" name="Picture 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C42EBA-71D5-0A22-C844-C9E1FBE42B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2286160"/>
            <a:ext cx="498106" cy="498106"/>
          </a:xfrm>
          <a:prstGeom prst="rect">
            <a:avLst/>
          </a:prstGeom>
        </p:spPr>
      </p:pic>
      <p:pic>
        <p:nvPicPr>
          <p:cNvPr id="86" name="Picture 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A7E8068-49D4-4E06-E6D0-C9DFBD2FA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2286159"/>
            <a:ext cx="498106" cy="498106"/>
          </a:xfrm>
          <a:prstGeom prst="rect">
            <a:avLst/>
          </a:prstGeom>
        </p:spPr>
      </p:pic>
      <p:pic>
        <p:nvPicPr>
          <p:cNvPr id="87" name="Picture 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C2FDD6-56F8-CABD-C07C-3E8B1C5C7B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2651287"/>
            <a:ext cx="498106" cy="498106"/>
          </a:xfrm>
          <a:prstGeom prst="rect">
            <a:avLst/>
          </a:prstGeom>
        </p:spPr>
      </p:pic>
      <p:pic>
        <p:nvPicPr>
          <p:cNvPr id="88" name="Picture 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59DE69-2B0C-871D-A996-D7EA64D9EB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2651285"/>
            <a:ext cx="498106" cy="498106"/>
          </a:xfrm>
          <a:prstGeom prst="rect">
            <a:avLst/>
          </a:prstGeom>
        </p:spPr>
      </p:pic>
      <p:pic>
        <p:nvPicPr>
          <p:cNvPr id="89" name="Picture 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050730-7634-377B-3174-96210B163E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016411"/>
            <a:ext cx="498106" cy="498106"/>
          </a:xfrm>
          <a:prstGeom prst="rect">
            <a:avLst/>
          </a:prstGeom>
        </p:spPr>
      </p:pic>
      <p:pic>
        <p:nvPicPr>
          <p:cNvPr id="90" name="Picture 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F884704-2490-6818-9558-909E911B47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016412"/>
            <a:ext cx="498106" cy="498106"/>
          </a:xfrm>
          <a:prstGeom prst="rect">
            <a:avLst/>
          </a:prstGeom>
        </p:spPr>
      </p:pic>
      <p:pic>
        <p:nvPicPr>
          <p:cNvPr id="91" name="Picture 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62886B-D740-1F58-0C58-D14D20D8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3381534"/>
            <a:ext cx="498106" cy="498106"/>
          </a:xfrm>
          <a:prstGeom prst="rect">
            <a:avLst/>
          </a:prstGeom>
        </p:spPr>
      </p:pic>
      <p:pic>
        <p:nvPicPr>
          <p:cNvPr id="92" name="Picture 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8972AA-496C-88D3-D3C9-E63668AF11A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3381534"/>
            <a:ext cx="498106" cy="498106"/>
          </a:xfrm>
          <a:prstGeom prst="rect">
            <a:avLst/>
          </a:prstGeom>
        </p:spPr>
      </p:pic>
      <p:pic>
        <p:nvPicPr>
          <p:cNvPr id="93" name="Picture 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FCCE2A-6814-231A-A18F-4EDB5279E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016412"/>
            <a:ext cx="498106" cy="498106"/>
          </a:xfrm>
          <a:prstGeom prst="rect">
            <a:avLst/>
          </a:prstGeom>
        </p:spPr>
      </p:pic>
      <p:pic>
        <p:nvPicPr>
          <p:cNvPr id="94" name="Picture 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9915E9-2C94-700B-CAF7-00A6CE256D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016411"/>
            <a:ext cx="498106" cy="498106"/>
          </a:xfrm>
          <a:prstGeom prst="rect">
            <a:avLst/>
          </a:prstGeom>
        </p:spPr>
      </p:pic>
      <p:pic>
        <p:nvPicPr>
          <p:cNvPr id="95" name="Picture 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0F2AAF-9C66-D035-069E-DE771D96FD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3381535"/>
            <a:ext cx="498106" cy="498106"/>
          </a:xfrm>
          <a:prstGeom prst="rect">
            <a:avLst/>
          </a:prstGeom>
        </p:spPr>
      </p:pic>
      <p:pic>
        <p:nvPicPr>
          <p:cNvPr id="96" name="Picture 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CEC6921-44EA-C341-B619-CFE9A5E50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3381533"/>
            <a:ext cx="498106" cy="498106"/>
          </a:xfrm>
          <a:prstGeom prst="rect">
            <a:avLst/>
          </a:prstGeom>
        </p:spPr>
      </p:pic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1D6ED6-F0C0-0B73-9478-D9FCE094D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3721096"/>
            <a:ext cx="498106" cy="498106"/>
          </a:xfrm>
          <a:prstGeom prst="rect">
            <a:avLst/>
          </a:prstGeom>
        </p:spPr>
      </p:pic>
      <p:pic>
        <p:nvPicPr>
          <p:cNvPr id="98" name="Picture 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B9A2455-6FFA-15A4-6CC3-44EC55D1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3721097"/>
            <a:ext cx="498106" cy="498106"/>
          </a:xfrm>
          <a:prstGeom prst="rect">
            <a:avLst/>
          </a:prstGeom>
        </p:spPr>
      </p:pic>
      <p:pic>
        <p:nvPicPr>
          <p:cNvPr id="99" name="Picture 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0B0C9EE-4F67-AC41-E0BB-26B44CA47AF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086223"/>
            <a:ext cx="498106" cy="498106"/>
          </a:xfrm>
          <a:prstGeom prst="rect">
            <a:avLst/>
          </a:prstGeom>
        </p:spPr>
      </p:pic>
      <p:pic>
        <p:nvPicPr>
          <p:cNvPr id="100" name="Picture 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53278D-1616-3F77-BE7F-8BA4E59CD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086223"/>
            <a:ext cx="498106" cy="498106"/>
          </a:xfrm>
          <a:prstGeom prst="rect">
            <a:avLst/>
          </a:prstGeom>
        </p:spPr>
      </p:pic>
      <p:pic>
        <p:nvPicPr>
          <p:cNvPr id="101" name="Picture 1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A00B4E-C983-160C-99B1-67F5AA627D0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3721097"/>
            <a:ext cx="498106" cy="498106"/>
          </a:xfrm>
          <a:prstGeom prst="rect">
            <a:avLst/>
          </a:prstGeom>
        </p:spPr>
      </p:pic>
      <p:pic>
        <p:nvPicPr>
          <p:cNvPr id="102" name="Picture 1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E8FCCD0-32A6-610B-BE30-7566C577E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3721096"/>
            <a:ext cx="498106" cy="498106"/>
          </a:xfrm>
          <a:prstGeom prst="rect">
            <a:avLst/>
          </a:prstGeom>
        </p:spPr>
      </p:pic>
      <p:pic>
        <p:nvPicPr>
          <p:cNvPr id="103" name="Picture 1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C378D3-E360-923D-5010-681EAFF9C8C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086224"/>
            <a:ext cx="498106" cy="498106"/>
          </a:xfrm>
          <a:prstGeom prst="rect">
            <a:avLst/>
          </a:prstGeom>
        </p:spPr>
      </p:pic>
      <p:pic>
        <p:nvPicPr>
          <p:cNvPr id="104" name="Picture 1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08D7D68-F7E6-B8F2-6091-D38E591DC57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086222"/>
            <a:ext cx="498106" cy="498106"/>
          </a:xfrm>
          <a:prstGeom prst="rect">
            <a:avLst/>
          </a:prstGeom>
        </p:spPr>
      </p:pic>
      <p:pic>
        <p:nvPicPr>
          <p:cNvPr id="105" name="Picture 1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9D87BF-3EC0-5E59-DF97-32969BFDD8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4451348"/>
            <a:ext cx="498106" cy="498106"/>
          </a:xfrm>
          <a:prstGeom prst="rect">
            <a:avLst/>
          </a:prstGeom>
        </p:spPr>
      </p:pic>
      <p:pic>
        <p:nvPicPr>
          <p:cNvPr id="106" name="Picture 1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3DDCF22-A630-145B-2D31-7321A58EE2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4451349"/>
            <a:ext cx="498106" cy="498106"/>
          </a:xfrm>
          <a:prstGeom prst="rect">
            <a:avLst/>
          </a:prstGeom>
        </p:spPr>
      </p:pic>
      <p:pic>
        <p:nvPicPr>
          <p:cNvPr id="107" name="Picture 1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990B6C9-B792-5BD3-DBCE-9F912FC273C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816471"/>
            <a:ext cx="498106" cy="498106"/>
          </a:xfrm>
          <a:prstGeom prst="rect">
            <a:avLst/>
          </a:prstGeom>
        </p:spPr>
      </p:pic>
      <p:pic>
        <p:nvPicPr>
          <p:cNvPr id="108" name="Picture 10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A40760-A99D-CDE5-0D94-7E01D07C01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816471"/>
            <a:ext cx="498106" cy="498106"/>
          </a:xfrm>
          <a:prstGeom prst="rect">
            <a:avLst/>
          </a:prstGeom>
        </p:spPr>
      </p:pic>
      <p:pic>
        <p:nvPicPr>
          <p:cNvPr id="109" name="Picture 10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612CD9-25FA-BE54-9D34-BF406D0B0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4451349"/>
            <a:ext cx="498106" cy="498106"/>
          </a:xfrm>
          <a:prstGeom prst="rect">
            <a:avLst/>
          </a:prstGeom>
        </p:spPr>
      </p:pic>
      <p:pic>
        <p:nvPicPr>
          <p:cNvPr id="110" name="Picture 10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9849DCD-921B-8A25-21EE-329B872219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4451348"/>
            <a:ext cx="498106" cy="498106"/>
          </a:xfrm>
          <a:prstGeom prst="rect">
            <a:avLst/>
          </a:prstGeom>
        </p:spPr>
      </p:pic>
      <p:pic>
        <p:nvPicPr>
          <p:cNvPr id="111" name="Picture 1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C7DC0A-282B-F3AF-9F9D-B3CC68D6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816472"/>
            <a:ext cx="498106" cy="498106"/>
          </a:xfrm>
          <a:prstGeom prst="rect">
            <a:avLst/>
          </a:prstGeom>
        </p:spPr>
      </p:pic>
      <p:pic>
        <p:nvPicPr>
          <p:cNvPr id="112" name="Picture 1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7B6CAD-597E-A66E-A274-566A15211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816470"/>
            <a:ext cx="498106" cy="498106"/>
          </a:xfrm>
          <a:prstGeom prst="rect">
            <a:avLst/>
          </a:prstGeom>
        </p:spPr>
      </p:pic>
      <p:pic>
        <p:nvPicPr>
          <p:cNvPr id="113" name="Picture 1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3D33A9-7C2C-FB4F-88CB-EDA161575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721095"/>
            <a:ext cx="498106" cy="498106"/>
          </a:xfrm>
          <a:prstGeom prst="rect">
            <a:avLst/>
          </a:prstGeom>
        </p:spPr>
      </p:pic>
      <p:pic>
        <p:nvPicPr>
          <p:cNvPr id="114" name="Picture 1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8E2953-3B71-AC54-DBF7-D1486C93C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721096"/>
            <a:ext cx="498106" cy="498106"/>
          </a:xfrm>
          <a:prstGeom prst="rect">
            <a:avLst/>
          </a:prstGeom>
        </p:spPr>
      </p:pic>
      <p:pic>
        <p:nvPicPr>
          <p:cNvPr id="115" name="Picture 1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129B01-1FE8-95B0-892D-3194210B5E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086222"/>
            <a:ext cx="498106" cy="498106"/>
          </a:xfrm>
          <a:prstGeom prst="rect">
            <a:avLst/>
          </a:prstGeom>
        </p:spPr>
      </p:pic>
      <p:pic>
        <p:nvPicPr>
          <p:cNvPr id="116" name="Picture 1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12949-C389-2D92-9718-0D605BAC2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086222"/>
            <a:ext cx="498106" cy="498106"/>
          </a:xfrm>
          <a:prstGeom prst="rect">
            <a:avLst/>
          </a:prstGeom>
        </p:spPr>
      </p:pic>
      <p:pic>
        <p:nvPicPr>
          <p:cNvPr id="117" name="Picture 1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2722B9-AA83-5E47-CD38-F1EFD27415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721096"/>
            <a:ext cx="498106" cy="498106"/>
          </a:xfrm>
          <a:prstGeom prst="rect">
            <a:avLst/>
          </a:prstGeom>
        </p:spPr>
      </p:pic>
      <p:pic>
        <p:nvPicPr>
          <p:cNvPr id="118" name="Picture 1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5120C7-5F3E-DEFA-3329-E1DF92307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721095"/>
            <a:ext cx="498106" cy="498106"/>
          </a:xfrm>
          <a:prstGeom prst="rect">
            <a:avLst/>
          </a:prstGeom>
        </p:spPr>
      </p:pic>
      <p:pic>
        <p:nvPicPr>
          <p:cNvPr id="119" name="Picture 11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3E6D17-3E6D-21F9-60BC-0AA5057D6B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086223"/>
            <a:ext cx="498106" cy="498106"/>
          </a:xfrm>
          <a:prstGeom prst="rect">
            <a:avLst/>
          </a:prstGeom>
        </p:spPr>
      </p:pic>
      <p:pic>
        <p:nvPicPr>
          <p:cNvPr id="120" name="Picture 1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53045B-20BC-4100-3F82-70CDD7C646D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086221"/>
            <a:ext cx="498106" cy="498106"/>
          </a:xfrm>
          <a:prstGeom prst="rect">
            <a:avLst/>
          </a:prstGeom>
        </p:spPr>
      </p:pic>
      <p:pic>
        <p:nvPicPr>
          <p:cNvPr id="121" name="Picture 1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3DE0D16-7C47-5745-06D5-50267A416E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4451347"/>
            <a:ext cx="498106" cy="498106"/>
          </a:xfrm>
          <a:prstGeom prst="rect">
            <a:avLst/>
          </a:prstGeom>
        </p:spPr>
      </p:pic>
      <p:pic>
        <p:nvPicPr>
          <p:cNvPr id="122" name="Picture 1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044C4D-DBFE-BD1A-7FB1-4E8EFB6EB8C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4451348"/>
            <a:ext cx="498106" cy="498106"/>
          </a:xfrm>
          <a:prstGeom prst="rect">
            <a:avLst/>
          </a:prstGeom>
        </p:spPr>
      </p:pic>
      <p:pic>
        <p:nvPicPr>
          <p:cNvPr id="123" name="Picture 1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EFAE80-09EF-0BA9-F89D-4C4345A600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816470"/>
            <a:ext cx="498106" cy="498106"/>
          </a:xfrm>
          <a:prstGeom prst="rect">
            <a:avLst/>
          </a:prstGeom>
        </p:spPr>
      </p:pic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AB787C-D014-4A88-C05C-80384D2F0C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816470"/>
            <a:ext cx="498106" cy="498106"/>
          </a:xfrm>
          <a:prstGeom prst="rect">
            <a:avLst/>
          </a:prstGeom>
        </p:spPr>
      </p:pic>
      <p:pic>
        <p:nvPicPr>
          <p:cNvPr id="125" name="Picture 1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C00404E-9102-2767-2E71-E30028AA4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4451348"/>
            <a:ext cx="498106" cy="498106"/>
          </a:xfrm>
          <a:prstGeom prst="rect">
            <a:avLst/>
          </a:prstGeom>
        </p:spPr>
      </p:pic>
      <p:pic>
        <p:nvPicPr>
          <p:cNvPr id="126" name="Picture 1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BBF5CD-2049-BCFF-D221-973C5D0CDF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4451347"/>
            <a:ext cx="498106" cy="498106"/>
          </a:xfrm>
          <a:prstGeom prst="rect">
            <a:avLst/>
          </a:prstGeom>
        </p:spPr>
      </p:pic>
      <p:pic>
        <p:nvPicPr>
          <p:cNvPr id="127" name="Picture 1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9FCB1A-3E40-5F9D-ACAA-387FEB1893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816471"/>
            <a:ext cx="498106" cy="498106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D1209D-3EB0-1278-71DB-F3312242B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816469"/>
            <a:ext cx="498106" cy="49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09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1B2E-8158-58E0-023B-E9291346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Why a diffusion model?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05B1-B624-4CA6-7DBE-35585D9F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10</a:t>
            </a:fld>
            <a:endParaRPr lang="en-GB"/>
          </a:p>
        </p:txBody>
      </p:sp>
      <p:pic>
        <p:nvPicPr>
          <p:cNvPr id="22" name="Picture 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C09794-DD57-3364-256E-6D6182AF1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2286160"/>
            <a:ext cx="498106" cy="498106"/>
          </a:xfrm>
          <a:prstGeom prst="rect">
            <a:avLst/>
          </a:prstGeom>
        </p:spPr>
      </p:pic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660623-A8E2-3CE6-65BC-803E42239C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2286161"/>
            <a:ext cx="498106" cy="498106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B240FBF-1BC1-E8BE-EF03-55BB63E5A0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2651287"/>
            <a:ext cx="498106" cy="498106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53B3E8-B362-E4DA-5EEA-32571283E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2651287"/>
            <a:ext cx="498106" cy="498106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70E3FB0-2A71-0D75-294F-866BF98EEB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2286161"/>
            <a:ext cx="498106" cy="498106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BDFE80-ED9A-819D-5911-DE7EBC576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2286160"/>
            <a:ext cx="498106" cy="498106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15A708-4A28-56F7-C618-E2A3A8B6280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2651288"/>
            <a:ext cx="498106" cy="498106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547937-E831-22DC-7925-FB34C1C5D5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2651286"/>
            <a:ext cx="498106" cy="498106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01A961-9B2B-7F70-140D-4789644051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3016412"/>
            <a:ext cx="498106" cy="498106"/>
          </a:xfrm>
          <a:prstGeom prst="rect">
            <a:avLst/>
          </a:prstGeom>
        </p:spPr>
      </p:pic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AD3B3D-DE1C-63F7-9198-FB77AF213A2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3016413"/>
            <a:ext cx="498106" cy="498106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7CCA0FD-08FD-EEE9-FDFF-7B893875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3381535"/>
            <a:ext cx="498106" cy="498106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66425-5259-E67F-04CF-AE846910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3381535"/>
            <a:ext cx="498106" cy="498106"/>
          </a:xfrm>
          <a:prstGeom prst="rect">
            <a:avLst/>
          </a:prstGeom>
        </p:spPr>
      </p:pic>
      <p:pic>
        <p:nvPicPr>
          <p:cNvPr id="34" name="Picture 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CD868E-6CBF-5793-4963-FEC56154D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3016413"/>
            <a:ext cx="498106" cy="498106"/>
          </a:xfrm>
          <a:prstGeom prst="rect">
            <a:avLst/>
          </a:prstGeom>
        </p:spPr>
      </p:pic>
      <p:pic>
        <p:nvPicPr>
          <p:cNvPr id="35" name="Picture 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03B0D8-61AC-3B60-383E-EBEEBC932D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3016412"/>
            <a:ext cx="498106" cy="49810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A12509-BE1B-9F2F-0BD8-CA027E13F0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3381536"/>
            <a:ext cx="498106" cy="498106"/>
          </a:xfrm>
          <a:prstGeom prst="rect">
            <a:avLst/>
          </a:prstGeom>
        </p:spPr>
      </p:pic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93FF36-1FF4-98F4-7674-98DDDA31D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3381534"/>
            <a:ext cx="498106" cy="498106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6859F94-9972-AFF6-610D-E20BC435873F}"/>
              </a:ext>
            </a:extLst>
          </p:cNvPr>
          <p:cNvSpPr/>
          <p:nvPr/>
        </p:nvSpPr>
        <p:spPr>
          <a:xfrm>
            <a:off x="5144692" y="3353971"/>
            <a:ext cx="2489107" cy="734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Diffusion model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A14909-9E46-B95D-8D25-0FDF9BB43B2D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500942" y="3721095"/>
            <a:ext cx="6437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2DF615-E04E-C404-A536-19618CC8D8F8}"/>
              </a:ext>
            </a:extLst>
          </p:cNvPr>
          <p:cNvCxnSpPr>
            <a:cxnSpLocks/>
          </p:cNvCxnSpPr>
          <p:nvPr/>
        </p:nvCxnSpPr>
        <p:spPr>
          <a:xfrm>
            <a:off x="7633799" y="3692312"/>
            <a:ext cx="109659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B530CC-07D2-88E8-B568-33EC46928A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443" y="3514517"/>
            <a:ext cx="498106" cy="498106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5D695F-C5FE-8269-E859-2C091C8E8D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140" y="3514517"/>
            <a:ext cx="498106" cy="498106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100F29-4728-90F6-F29D-0764BA6AAF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20" y="3514518"/>
            <a:ext cx="498106" cy="498106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F1A57F9-EA4C-2A9C-02F4-FD92CD2A0B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746" y="3514516"/>
            <a:ext cx="498106" cy="498106"/>
          </a:xfrm>
          <a:prstGeom prst="rect">
            <a:avLst/>
          </a:prstGeom>
        </p:spPr>
      </p:pic>
      <p:pic>
        <p:nvPicPr>
          <p:cNvPr id="81" name="Picture 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80C0AF-1E47-C461-50AC-7BD5B07AA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2286159"/>
            <a:ext cx="498106" cy="498106"/>
          </a:xfrm>
          <a:prstGeom prst="rect">
            <a:avLst/>
          </a:prstGeom>
        </p:spPr>
      </p:pic>
      <p:pic>
        <p:nvPicPr>
          <p:cNvPr id="82" name="Picture 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CCD253-36E1-B086-28A9-C3A00D249A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2286160"/>
            <a:ext cx="498106" cy="498106"/>
          </a:xfrm>
          <a:prstGeom prst="rect">
            <a:avLst/>
          </a:prstGeom>
        </p:spPr>
      </p:pic>
      <p:pic>
        <p:nvPicPr>
          <p:cNvPr id="83" name="Picture 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6BBC10-DA6F-1CE8-0A8F-954796659A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2651286"/>
            <a:ext cx="498106" cy="498106"/>
          </a:xfrm>
          <a:prstGeom prst="rect">
            <a:avLst/>
          </a:prstGeom>
        </p:spPr>
      </p:pic>
      <p:pic>
        <p:nvPicPr>
          <p:cNvPr id="84" name="Picture 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F7FE2D-0704-279A-A437-233EC1D7A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2651286"/>
            <a:ext cx="498106" cy="498106"/>
          </a:xfrm>
          <a:prstGeom prst="rect">
            <a:avLst/>
          </a:prstGeom>
        </p:spPr>
      </p:pic>
      <p:pic>
        <p:nvPicPr>
          <p:cNvPr id="85" name="Picture 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C42EBA-71D5-0A22-C844-C9E1FBE42B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2286160"/>
            <a:ext cx="498106" cy="498106"/>
          </a:xfrm>
          <a:prstGeom prst="rect">
            <a:avLst/>
          </a:prstGeom>
        </p:spPr>
      </p:pic>
      <p:pic>
        <p:nvPicPr>
          <p:cNvPr id="86" name="Picture 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A7E8068-49D4-4E06-E6D0-C9DFBD2FA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2286159"/>
            <a:ext cx="498106" cy="498106"/>
          </a:xfrm>
          <a:prstGeom prst="rect">
            <a:avLst/>
          </a:prstGeom>
        </p:spPr>
      </p:pic>
      <p:pic>
        <p:nvPicPr>
          <p:cNvPr id="87" name="Picture 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C2FDD6-56F8-CABD-C07C-3E8B1C5C7B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2651287"/>
            <a:ext cx="498106" cy="498106"/>
          </a:xfrm>
          <a:prstGeom prst="rect">
            <a:avLst/>
          </a:prstGeom>
        </p:spPr>
      </p:pic>
      <p:pic>
        <p:nvPicPr>
          <p:cNvPr id="88" name="Picture 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59DE69-2B0C-871D-A996-D7EA64D9EB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2651285"/>
            <a:ext cx="498106" cy="498106"/>
          </a:xfrm>
          <a:prstGeom prst="rect">
            <a:avLst/>
          </a:prstGeom>
        </p:spPr>
      </p:pic>
      <p:pic>
        <p:nvPicPr>
          <p:cNvPr id="89" name="Picture 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050730-7634-377B-3174-96210B163E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016411"/>
            <a:ext cx="498106" cy="498106"/>
          </a:xfrm>
          <a:prstGeom prst="rect">
            <a:avLst/>
          </a:prstGeom>
        </p:spPr>
      </p:pic>
      <p:pic>
        <p:nvPicPr>
          <p:cNvPr id="90" name="Picture 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F884704-2490-6818-9558-909E911B47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016412"/>
            <a:ext cx="498106" cy="498106"/>
          </a:xfrm>
          <a:prstGeom prst="rect">
            <a:avLst/>
          </a:prstGeom>
        </p:spPr>
      </p:pic>
      <p:pic>
        <p:nvPicPr>
          <p:cNvPr id="91" name="Picture 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62886B-D740-1F58-0C58-D14D20D8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3381534"/>
            <a:ext cx="498106" cy="498106"/>
          </a:xfrm>
          <a:prstGeom prst="rect">
            <a:avLst/>
          </a:prstGeom>
        </p:spPr>
      </p:pic>
      <p:pic>
        <p:nvPicPr>
          <p:cNvPr id="92" name="Picture 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8972AA-496C-88D3-D3C9-E63668AF11A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3381534"/>
            <a:ext cx="498106" cy="498106"/>
          </a:xfrm>
          <a:prstGeom prst="rect">
            <a:avLst/>
          </a:prstGeom>
        </p:spPr>
      </p:pic>
      <p:pic>
        <p:nvPicPr>
          <p:cNvPr id="93" name="Picture 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FCCE2A-6814-231A-A18F-4EDB5279E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016412"/>
            <a:ext cx="498106" cy="498106"/>
          </a:xfrm>
          <a:prstGeom prst="rect">
            <a:avLst/>
          </a:prstGeom>
        </p:spPr>
      </p:pic>
      <p:pic>
        <p:nvPicPr>
          <p:cNvPr id="94" name="Picture 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9915E9-2C94-700B-CAF7-00A6CE256D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016411"/>
            <a:ext cx="498106" cy="498106"/>
          </a:xfrm>
          <a:prstGeom prst="rect">
            <a:avLst/>
          </a:prstGeom>
        </p:spPr>
      </p:pic>
      <p:pic>
        <p:nvPicPr>
          <p:cNvPr id="95" name="Picture 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0F2AAF-9C66-D035-069E-DE771D96FD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3381535"/>
            <a:ext cx="498106" cy="498106"/>
          </a:xfrm>
          <a:prstGeom prst="rect">
            <a:avLst/>
          </a:prstGeom>
        </p:spPr>
      </p:pic>
      <p:pic>
        <p:nvPicPr>
          <p:cNvPr id="96" name="Picture 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CEC6921-44EA-C341-B619-CFE9A5E50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3381533"/>
            <a:ext cx="498106" cy="498106"/>
          </a:xfrm>
          <a:prstGeom prst="rect">
            <a:avLst/>
          </a:prstGeom>
        </p:spPr>
      </p:pic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1D6ED6-F0C0-0B73-9478-D9FCE094D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3721096"/>
            <a:ext cx="498106" cy="498106"/>
          </a:xfrm>
          <a:prstGeom prst="rect">
            <a:avLst/>
          </a:prstGeom>
        </p:spPr>
      </p:pic>
      <p:pic>
        <p:nvPicPr>
          <p:cNvPr id="98" name="Picture 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B9A2455-6FFA-15A4-6CC3-44EC55D1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3721097"/>
            <a:ext cx="498106" cy="498106"/>
          </a:xfrm>
          <a:prstGeom prst="rect">
            <a:avLst/>
          </a:prstGeom>
        </p:spPr>
      </p:pic>
      <p:pic>
        <p:nvPicPr>
          <p:cNvPr id="99" name="Picture 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0B0C9EE-4F67-AC41-E0BB-26B44CA47AF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086223"/>
            <a:ext cx="498106" cy="498106"/>
          </a:xfrm>
          <a:prstGeom prst="rect">
            <a:avLst/>
          </a:prstGeom>
        </p:spPr>
      </p:pic>
      <p:pic>
        <p:nvPicPr>
          <p:cNvPr id="100" name="Picture 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53278D-1616-3F77-BE7F-8BA4E59CD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086223"/>
            <a:ext cx="498106" cy="498106"/>
          </a:xfrm>
          <a:prstGeom prst="rect">
            <a:avLst/>
          </a:prstGeom>
        </p:spPr>
      </p:pic>
      <p:pic>
        <p:nvPicPr>
          <p:cNvPr id="101" name="Picture 1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A00B4E-C983-160C-99B1-67F5AA627D0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3721097"/>
            <a:ext cx="498106" cy="498106"/>
          </a:xfrm>
          <a:prstGeom prst="rect">
            <a:avLst/>
          </a:prstGeom>
        </p:spPr>
      </p:pic>
      <p:pic>
        <p:nvPicPr>
          <p:cNvPr id="102" name="Picture 1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E8FCCD0-32A6-610B-BE30-7566C577E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3721096"/>
            <a:ext cx="498106" cy="498106"/>
          </a:xfrm>
          <a:prstGeom prst="rect">
            <a:avLst/>
          </a:prstGeom>
        </p:spPr>
      </p:pic>
      <p:pic>
        <p:nvPicPr>
          <p:cNvPr id="103" name="Picture 1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C378D3-E360-923D-5010-681EAFF9C8C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086224"/>
            <a:ext cx="498106" cy="498106"/>
          </a:xfrm>
          <a:prstGeom prst="rect">
            <a:avLst/>
          </a:prstGeom>
        </p:spPr>
      </p:pic>
      <p:pic>
        <p:nvPicPr>
          <p:cNvPr id="104" name="Picture 1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08D7D68-F7E6-B8F2-6091-D38E591DC57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086222"/>
            <a:ext cx="498106" cy="498106"/>
          </a:xfrm>
          <a:prstGeom prst="rect">
            <a:avLst/>
          </a:prstGeom>
        </p:spPr>
      </p:pic>
      <p:pic>
        <p:nvPicPr>
          <p:cNvPr id="105" name="Picture 1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9D87BF-3EC0-5E59-DF97-32969BFDD8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4451348"/>
            <a:ext cx="498106" cy="498106"/>
          </a:xfrm>
          <a:prstGeom prst="rect">
            <a:avLst/>
          </a:prstGeom>
        </p:spPr>
      </p:pic>
      <p:pic>
        <p:nvPicPr>
          <p:cNvPr id="106" name="Picture 1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3DDCF22-A630-145B-2D31-7321A58EE2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4451349"/>
            <a:ext cx="498106" cy="498106"/>
          </a:xfrm>
          <a:prstGeom prst="rect">
            <a:avLst/>
          </a:prstGeom>
        </p:spPr>
      </p:pic>
      <p:pic>
        <p:nvPicPr>
          <p:cNvPr id="107" name="Picture 1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990B6C9-B792-5BD3-DBCE-9F912FC273C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816471"/>
            <a:ext cx="498106" cy="498106"/>
          </a:xfrm>
          <a:prstGeom prst="rect">
            <a:avLst/>
          </a:prstGeom>
        </p:spPr>
      </p:pic>
      <p:pic>
        <p:nvPicPr>
          <p:cNvPr id="108" name="Picture 10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A40760-A99D-CDE5-0D94-7E01D07C01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816471"/>
            <a:ext cx="498106" cy="498106"/>
          </a:xfrm>
          <a:prstGeom prst="rect">
            <a:avLst/>
          </a:prstGeom>
        </p:spPr>
      </p:pic>
      <p:pic>
        <p:nvPicPr>
          <p:cNvPr id="109" name="Picture 10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612CD9-25FA-BE54-9D34-BF406D0B0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4451349"/>
            <a:ext cx="498106" cy="498106"/>
          </a:xfrm>
          <a:prstGeom prst="rect">
            <a:avLst/>
          </a:prstGeom>
        </p:spPr>
      </p:pic>
      <p:pic>
        <p:nvPicPr>
          <p:cNvPr id="110" name="Picture 10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9849DCD-921B-8A25-21EE-329B872219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4451348"/>
            <a:ext cx="498106" cy="498106"/>
          </a:xfrm>
          <a:prstGeom prst="rect">
            <a:avLst/>
          </a:prstGeom>
        </p:spPr>
      </p:pic>
      <p:pic>
        <p:nvPicPr>
          <p:cNvPr id="111" name="Picture 1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C7DC0A-282B-F3AF-9F9D-B3CC68D6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816472"/>
            <a:ext cx="498106" cy="498106"/>
          </a:xfrm>
          <a:prstGeom prst="rect">
            <a:avLst/>
          </a:prstGeom>
        </p:spPr>
      </p:pic>
      <p:pic>
        <p:nvPicPr>
          <p:cNvPr id="112" name="Picture 1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7B6CAD-597E-A66E-A274-566A15211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816470"/>
            <a:ext cx="498106" cy="498106"/>
          </a:xfrm>
          <a:prstGeom prst="rect">
            <a:avLst/>
          </a:prstGeom>
        </p:spPr>
      </p:pic>
      <p:pic>
        <p:nvPicPr>
          <p:cNvPr id="113" name="Picture 1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3D33A9-7C2C-FB4F-88CB-EDA161575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721095"/>
            <a:ext cx="498106" cy="498106"/>
          </a:xfrm>
          <a:prstGeom prst="rect">
            <a:avLst/>
          </a:prstGeom>
        </p:spPr>
      </p:pic>
      <p:pic>
        <p:nvPicPr>
          <p:cNvPr id="114" name="Picture 1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8E2953-3B71-AC54-DBF7-D1486C93C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721096"/>
            <a:ext cx="498106" cy="498106"/>
          </a:xfrm>
          <a:prstGeom prst="rect">
            <a:avLst/>
          </a:prstGeom>
        </p:spPr>
      </p:pic>
      <p:pic>
        <p:nvPicPr>
          <p:cNvPr id="115" name="Picture 1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129B01-1FE8-95B0-892D-3194210B5E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086222"/>
            <a:ext cx="498106" cy="498106"/>
          </a:xfrm>
          <a:prstGeom prst="rect">
            <a:avLst/>
          </a:prstGeom>
        </p:spPr>
      </p:pic>
      <p:pic>
        <p:nvPicPr>
          <p:cNvPr id="116" name="Picture 1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12949-C389-2D92-9718-0D605BAC2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086222"/>
            <a:ext cx="498106" cy="498106"/>
          </a:xfrm>
          <a:prstGeom prst="rect">
            <a:avLst/>
          </a:prstGeom>
        </p:spPr>
      </p:pic>
      <p:pic>
        <p:nvPicPr>
          <p:cNvPr id="117" name="Picture 1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2722B9-AA83-5E47-CD38-F1EFD27415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721096"/>
            <a:ext cx="498106" cy="498106"/>
          </a:xfrm>
          <a:prstGeom prst="rect">
            <a:avLst/>
          </a:prstGeom>
        </p:spPr>
      </p:pic>
      <p:pic>
        <p:nvPicPr>
          <p:cNvPr id="118" name="Picture 1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5120C7-5F3E-DEFA-3329-E1DF92307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721095"/>
            <a:ext cx="498106" cy="498106"/>
          </a:xfrm>
          <a:prstGeom prst="rect">
            <a:avLst/>
          </a:prstGeom>
        </p:spPr>
      </p:pic>
      <p:pic>
        <p:nvPicPr>
          <p:cNvPr id="119" name="Picture 11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3E6D17-3E6D-21F9-60BC-0AA5057D6B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086223"/>
            <a:ext cx="498106" cy="498106"/>
          </a:xfrm>
          <a:prstGeom prst="rect">
            <a:avLst/>
          </a:prstGeom>
        </p:spPr>
      </p:pic>
      <p:pic>
        <p:nvPicPr>
          <p:cNvPr id="120" name="Picture 1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53045B-20BC-4100-3F82-70CDD7C646D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086221"/>
            <a:ext cx="498106" cy="498106"/>
          </a:xfrm>
          <a:prstGeom prst="rect">
            <a:avLst/>
          </a:prstGeom>
        </p:spPr>
      </p:pic>
      <p:pic>
        <p:nvPicPr>
          <p:cNvPr id="121" name="Picture 1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3DE0D16-7C47-5745-06D5-50267A416E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4451347"/>
            <a:ext cx="498106" cy="498106"/>
          </a:xfrm>
          <a:prstGeom prst="rect">
            <a:avLst/>
          </a:prstGeom>
        </p:spPr>
      </p:pic>
      <p:pic>
        <p:nvPicPr>
          <p:cNvPr id="122" name="Picture 1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044C4D-DBFE-BD1A-7FB1-4E8EFB6EB8C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4451348"/>
            <a:ext cx="498106" cy="498106"/>
          </a:xfrm>
          <a:prstGeom prst="rect">
            <a:avLst/>
          </a:prstGeom>
        </p:spPr>
      </p:pic>
      <p:pic>
        <p:nvPicPr>
          <p:cNvPr id="123" name="Picture 1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EFAE80-09EF-0BA9-F89D-4C4345A600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816470"/>
            <a:ext cx="498106" cy="498106"/>
          </a:xfrm>
          <a:prstGeom prst="rect">
            <a:avLst/>
          </a:prstGeom>
        </p:spPr>
      </p:pic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AB787C-D014-4A88-C05C-80384D2F0C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816470"/>
            <a:ext cx="498106" cy="498106"/>
          </a:xfrm>
          <a:prstGeom prst="rect">
            <a:avLst/>
          </a:prstGeom>
        </p:spPr>
      </p:pic>
      <p:pic>
        <p:nvPicPr>
          <p:cNvPr id="125" name="Picture 1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C00404E-9102-2767-2E71-E30028AA4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4451348"/>
            <a:ext cx="498106" cy="498106"/>
          </a:xfrm>
          <a:prstGeom prst="rect">
            <a:avLst/>
          </a:prstGeom>
        </p:spPr>
      </p:pic>
      <p:pic>
        <p:nvPicPr>
          <p:cNvPr id="126" name="Picture 1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BBF5CD-2049-BCFF-D221-973C5D0CDF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4451347"/>
            <a:ext cx="498106" cy="498106"/>
          </a:xfrm>
          <a:prstGeom prst="rect">
            <a:avLst/>
          </a:prstGeom>
        </p:spPr>
      </p:pic>
      <p:pic>
        <p:nvPicPr>
          <p:cNvPr id="127" name="Picture 1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9FCB1A-3E40-5F9D-ACAA-387FEB1893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816471"/>
            <a:ext cx="498106" cy="498106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D1209D-3EB0-1278-71DB-F3312242B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816469"/>
            <a:ext cx="498106" cy="49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5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1B2E-8158-58E0-023B-E9291346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Why a diffusion model?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05B1-B624-4CA6-7DBE-35585D9F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11</a:t>
            </a:fld>
            <a:endParaRPr lang="en-GB"/>
          </a:p>
        </p:txBody>
      </p:sp>
      <p:pic>
        <p:nvPicPr>
          <p:cNvPr id="22" name="Picture 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C09794-DD57-3364-256E-6D6182AF1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2286160"/>
            <a:ext cx="498106" cy="498106"/>
          </a:xfrm>
          <a:prstGeom prst="rect">
            <a:avLst/>
          </a:prstGeom>
        </p:spPr>
      </p:pic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660623-A8E2-3CE6-65BC-803E42239C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2286161"/>
            <a:ext cx="498106" cy="498106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B240FBF-1BC1-E8BE-EF03-55BB63E5A0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2651287"/>
            <a:ext cx="498106" cy="498106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53B3E8-B362-E4DA-5EEA-32571283E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2651287"/>
            <a:ext cx="498106" cy="498106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70E3FB0-2A71-0D75-294F-866BF98EEB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2286161"/>
            <a:ext cx="498106" cy="498106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BDFE80-ED9A-819D-5911-DE7EBC576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2286160"/>
            <a:ext cx="498106" cy="498106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15A708-4A28-56F7-C618-E2A3A8B6280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2651288"/>
            <a:ext cx="498106" cy="498106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547937-E831-22DC-7925-FB34C1C5D5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2651286"/>
            <a:ext cx="498106" cy="498106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01A961-9B2B-7F70-140D-4789644051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3016412"/>
            <a:ext cx="498106" cy="498106"/>
          </a:xfrm>
          <a:prstGeom prst="rect">
            <a:avLst/>
          </a:prstGeom>
        </p:spPr>
      </p:pic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AD3B3D-DE1C-63F7-9198-FB77AF213A2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3016413"/>
            <a:ext cx="498106" cy="498106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7CCA0FD-08FD-EEE9-FDFF-7B893875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3381535"/>
            <a:ext cx="498106" cy="498106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66425-5259-E67F-04CF-AE846910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3381535"/>
            <a:ext cx="498106" cy="498106"/>
          </a:xfrm>
          <a:prstGeom prst="rect">
            <a:avLst/>
          </a:prstGeom>
        </p:spPr>
      </p:pic>
      <p:pic>
        <p:nvPicPr>
          <p:cNvPr id="34" name="Picture 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CD868E-6CBF-5793-4963-FEC56154D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3016413"/>
            <a:ext cx="498106" cy="498106"/>
          </a:xfrm>
          <a:prstGeom prst="rect">
            <a:avLst/>
          </a:prstGeom>
        </p:spPr>
      </p:pic>
      <p:pic>
        <p:nvPicPr>
          <p:cNvPr id="35" name="Picture 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03B0D8-61AC-3B60-383E-EBEEBC932D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3016412"/>
            <a:ext cx="498106" cy="49810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A12509-BE1B-9F2F-0BD8-CA027E13F0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3381536"/>
            <a:ext cx="498106" cy="498106"/>
          </a:xfrm>
          <a:prstGeom prst="rect">
            <a:avLst/>
          </a:prstGeom>
        </p:spPr>
      </p:pic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93FF36-1FF4-98F4-7674-98DDDA31D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3381534"/>
            <a:ext cx="498106" cy="498106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6859F94-9972-AFF6-610D-E20BC435873F}"/>
              </a:ext>
            </a:extLst>
          </p:cNvPr>
          <p:cNvSpPr/>
          <p:nvPr/>
        </p:nvSpPr>
        <p:spPr>
          <a:xfrm>
            <a:off x="5144692" y="3353971"/>
            <a:ext cx="2489107" cy="734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Other models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A14909-9E46-B95D-8D25-0FDF9BB43B2D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500942" y="3721095"/>
            <a:ext cx="6437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2DF615-E04E-C404-A536-19618CC8D8F8}"/>
              </a:ext>
            </a:extLst>
          </p:cNvPr>
          <p:cNvCxnSpPr>
            <a:cxnSpLocks/>
          </p:cNvCxnSpPr>
          <p:nvPr/>
        </p:nvCxnSpPr>
        <p:spPr>
          <a:xfrm>
            <a:off x="7633799" y="3692312"/>
            <a:ext cx="109659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B530CC-07D2-88E8-B568-33EC46928A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443" y="3514517"/>
            <a:ext cx="498106" cy="498106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5D695F-C5FE-8269-E859-2C091C8E8D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140" y="3514517"/>
            <a:ext cx="498106" cy="498106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100F29-4728-90F6-F29D-0764BA6AAF0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20" y="3514518"/>
            <a:ext cx="498106" cy="498106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F1A57F9-EA4C-2A9C-02F4-FD92CD2A0B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746" y="3514516"/>
            <a:ext cx="498106" cy="498106"/>
          </a:xfrm>
          <a:prstGeom prst="rect">
            <a:avLst/>
          </a:prstGeom>
        </p:spPr>
      </p:pic>
      <p:pic>
        <p:nvPicPr>
          <p:cNvPr id="81" name="Picture 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80C0AF-1E47-C461-50AC-7BD5B07AA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2286159"/>
            <a:ext cx="498106" cy="498106"/>
          </a:xfrm>
          <a:prstGeom prst="rect">
            <a:avLst/>
          </a:prstGeom>
        </p:spPr>
      </p:pic>
      <p:pic>
        <p:nvPicPr>
          <p:cNvPr id="82" name="Picture 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CCD253-36E1-B086-28A9-C3A00D249A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2286160"/>
            <a:ext cx="498106" cy="498106"/>
          </a:xfrm>
          <a:prstGeom prst="rect">
            <a:avLst/>
          </a:prstGeom>
        </p:spPr>
      </p:pic>
      <p:pic>
        <p:nvPicPr>
          <p:cNvPr id="83" name="Picture 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6BBC10-DA6F-1CE8-0A8F-954796659A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2651286"/>
            <a:ext cx="498106" cy="498106"/>
          </a:xfrm>
          <a:prstGeom prst="rect">
            <a:avLst/>
          </a:prstGeom>
        </p:spPr>
      </p:pic>
      <p:pic>
        <p:nvPicPr>
          <p:cNvPr id="84" name="Picture 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F7FE2D-0704-279A-A437-233EC1D7A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2651286"/>
            <a:ext cx="498106" cy="498106"/>
          </a:xfrm>
          <a:prstGeom prst="rect">
            <a:avLst/>
          </a:prstGeom>
        </p:spPr>
      </p:pic>
      <p:pic>
        <p:nvPicPr>
          <p:cNvPr id="85" name="Picture 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C42EBA-71D5-0A22-C844-C9E1FBE42B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2286160"/>
            <a:ext cx="498106" cy="498106"/>
          </a:xfrm>
          <a:prstGeom prst="rect">
            <a:avLst/>
          </a:prstGeom>
        </p:spPr>
      </p:pic>
      <p:pic>
        <p:nvPicPr>
          <p:cNvPr id="86" name="Picture 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A7E8068-49D4-4E06-E6D0-C9DFBD2FA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2286159"/>
            <a:ext cx="498106" cy="498106"/>
          </a:xfrm>
          <a:prstGeom prst="rect">
            <a:avLst/>
          </a:prstGeom>
        </p:spPr>
      </p:pic>
      <p:pic>
        <p:nvPicPr>
          <p:cNvPr id="87" name="Picture 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C2FDD6-56F8-CABD-C07C-3E8B1C5C7B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2651287"/>
            <a:ext cx="498106" cy="498106"/>
          </a:xfrm>
          <a:prstGeom prst="rect">
            <a:avLst/>
          </a:prstGeom>
        </p:spPr>
      </p:pic>
      <p:pic>
        <p:nvPicPr>
          <p:cNvPr id="88" name="Picture 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59DE69-2B0C-871D-A996-D7EA64D9EB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2651285"/>
            <a:ext cx="498106" cy="498106"/>
          </a:xfrm>
          <a:prstGeom prst="rect">
            <a:avLst/>
          </a:prstGeom>
        </p:spPr>
      </p:pic>
      <p:pic>
        <p:nvPicPr>
          <p:cNvPr id="89" name="Picture 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050730-7634-377B-3174-96210B163E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016411"/>
            <a:ext cx="498106" cy="498106"/>
          </a:xfrm>
          <a:prstGeom prst="rect">
            <a:avLst/>
          </a:prstGeom>
        </p:spPr>
      </p:pic>
      <p:pic>
        <p:nvPicPr>
          <p:cNvPr id="90" name="Picture 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F884704-2490-6818-9558-909E911B47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016412"/>
            <a:ext cx="498106" cy="498106"/>
          </a:xfrm>
          <a:prstGeom prst="rect">
            <a:avLst/>
          </a:prstGeom>
        </p:spPr>
      </p:pic>
      <p:pic>
        <p:nvPicPr>
          <p:cNvPr id="91" name="Picture 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62886B-D740-1F58-0C58-D14D20D8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3381534"/>
            <a:ext cx="498106" cy="498106"/>
          </a:xfrm>
          <a:prstGeom prst="rect">
            <a:avLst/>
          </a:prstGeom>
        </p:spPr>
      </p:pic>
      <p:pic>
        <p:nvPicPr>
          <p:cNvPr id="92" name="Picture 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8972AA-496C-88D3-D3C9-E63668AF11A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3381534"/>
            <a:ext cx="498106" cy="498106"/>
          </a:xfrm>
          <a:prstGeom prst="rect">
            <a:avLst/>
          </a:prstGeom>
        </p:spPr>
      </p:pic>
      <p:pic>
        <p:nvPicPr>
          <p:cNvPr id="93" name="Picture 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FCCE2A-6814-231A-A18F-4EDB5279E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016412"/>
            <a:ext cx="498106" cy="498106"/>
          </a:xfrm>
          <a:prstGeom prst="rect">
            <a:avLst/>
          </a:prstGeom>
        </p:spPr>
      </p:pic>
      <p:pic>
        <p:nvPicPr>
          <p:cNvPr id="94" name="Picture 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9915E9-2C94-700B-CAF7-00A6CE256D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016411"/>
            <a:ext cx="498106" cy="498106"/>
          </a:xfrm>
          <a:prstGeom prst="rect">
            <a:avLst/>
          </a:prstGeom>
        </p:spPr>
      </p:pic>
      <p:pic>
        <p:nvPicPr>
          <p:cNvPr id="95" name="Picture 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0F2AAF-9C66-D035-069E-DE771D96FD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3381535"/>
            <a:ext cx="498106" cy="498106"/>
          </a:xfrm>
          <a:prstGeom prst="rect">
            <a:avLst/>
          </a:prstGeom>
        </p:spPr>
      </p:pic>
      <p:pic>
        <p:nvPicPr>
          <p:cNvPr id="96" name="Picture 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CEC6921-44EA-C341-B619-CFE9A5E50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3381533"/>
            <a:ext cx="498106" cy="498106"/>
          </a:xfrm>
          <a:prstGeom prst="rect">
            <a:avLst/>
          </a:prstGeom>
        </p:spPr>
      </p:pic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1D6ED6-F0C0-0B73-9478-D9FCE094D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3721096"/>
            <a:ext cx="498106" cy="498106"/>
          </a:xfrm>
          <a:prstGeom prst="rect">
            <a:avLst/>
          </a:prstGeom>
        </p:spPr>
      </p:pic>
      <p:pic>
        <p:nvPicPr>
          <p:cNvPr id="98" name="Picture 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B9A2455-6FFA-15A4-6CC3-44EC55D1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3721097"/>
            <a:ext cx="498106" cy="498106"/>
          </a:xfrm>
          <a:prstGeom prst="rect">
            <a:avLst/>
          </a:prstGeom>
        </p:spPr>
      </p:pic>
      <p:pic>
        <p:nvPicPr>
          <p:cNvPr id="99" name="Picture 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0B0C9EE-4F67-AC41-E0BB-26B44CA47AF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086223"/>
            <a:ext cx="498106" cy="498106"/>
          </a:xfrm>
          <a:prstGeom prst="rect">
            <a:avLst/>
          </a:prstGeom>
        </p:spPr>
      </p:pic>
      <p:pic>
        <p:nvPicPr>
          <p:cNvPr id="100" name="Picture 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53278D-1616-3F77-BE7F-8BA4E59CD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086223"/>
            <a:ext cx="498106" cy="498106"/>
          </a:xfrm>
          <a:prstGeom prst="rect">
            <a:avLst/>
          </a:prstGeom>
        </p:spPr>
      </p:pic>
      <p:pic>
        <p:nvPicPr>
          <p:cNvPr id="101" name="Picture 1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A00B4E-C983-160C-99B1-67F5AA627D0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3721097"/>
            <a:ext cx="498106" cy="498106"/>
          </a:xfrm>
          <a:prstGeom prst="rect">
            <a:avLst/>
          </a:prstGeom>
        </p:spPr>
      </p:pic>
      <p:pic>
        <p:nvPicPr>
          <p:cNvPr id="102" name="Picture 1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E8FCCD0-32A6-610B-BE30-7566C577E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3721096"/>
            <a:ext cx="498106" cy="498106"/>
          </a:xfrm>
          <a:prstGeom prst="rect">
            <a:avLst/>
          </a:prstGeom>
        </p:spPr>
      </p:pic>
      <p:pic>
        <p:nvPicPr>
          <p:cNvPr id="103" name="Picture 1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C378D3-E360-923D-5010-681EAFF9C8C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086224"/>
            <a:ext cx="498106" cy="498106"/>
          </a:xfrm>
          <a:prstGeom prst="rect">
            <a:avLst/>
          </a:prstGeom>
        </p:spPr>
      </p:pic>
      <p:pic>
        <p:nvPicPr>
          <p:cNvPr id="104" name="Picture 1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08D7D68-F7E6-B8F2-6091-D38E591DC57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086222"/>
            <a:ext cx="498106" cy="498106"/>
          </a:xfrm>
          <a:prstGeom prst="rect">
            <a:avLst/>
          </a:prstGeom>
        </p:spPr>
      </p:pic>
      <p:pic>
        <p:nvPicPr>
          <p:cNvPr id="105" name="Picture 1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9D87BF-3EC0-5E59-DF97-32969BFDD8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4451348"/>
            <a:ext cx="498106" cy="498106"/>
          </a:xfrm>
          <a:prstGeom prst="rect">
            <a:avLst/>
          </a:prstGeom>
        </p:spPr>
      </p:pic>
      <p:pic>
        <p:nvPicPr>
          <p:cNvPr id="106" name="Picture 1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3DDCF22-A630-145B-2D31-7321A58EE2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4451349"/>
            <a:ext cx="498106" cy="498106"/>
          </a:xfrm>
          <a:prstGeom prst="rect">
            <a:avLst/>
          </a:prstGeom>
        </p:spPr>
      </p:pic>
      <p:pic>
        <p:nvPicPr>
          <p:cNvPr id="107" name="Picture 1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990B6C9-B792-5BD3-DBCE-9F912FC273C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816471"/>
            <a:ext cx="498106" cy="498106"/>
          </a:xfrm>
          <a:prstGeom prst="rect">
            <a:avLst/>
          </a:prstGeom>
        </p:spPr>
      </p:pic>
      <p:pic>
        <p:nvPicPr>
          <p:cNvPr id="108" name="Picture 10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A40760-A99D-CDE5-0D94-7E01D07C01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816471"/>
            <a:ext cx="498106" cy="498106"/>
          </a:xfrm>
          <a:prstGeom prst="rect">
            <a:avLst/>
          </a:prstGeom>
        </p:spPr>
      </p:pic>
      <p:pic>
        <p:nvPicPr>
          <p:cNvPr id="109" name="Picture 10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612CD9-25FA-BE54-9D34-BF406D0B0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4451349"/>
            <a:ext cx="498106" cy="498106"/>
          </a:xfrm>
          <a:prstGeom prst="rect">
            <a:avLst/>
          </a:prstGeom>
        </p:spPr>
      </p:pic>
      <p:pic>
        <p:nvPicPr>
          <p:cNvPr id="110" name="Picture 10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9849DCD-921B-8A25-21EE-329B872219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4451348"/>
            <a:ext cx="498106" cy="498106"/>
          </a:xfrm>
          <a:prstGeom prst="rect">
            <a:avLst/>
          </a:prstGeom>
        </p:spPr>
      </p:pic>
      <p:pic>
        <p:nvPicPr>
          <p:cNvPr id="111" name="Picture 1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C7DC0A-282B-F3AF-9F9D-B3CC68D6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816472"/>
            <a:ext cx="498106" cy="498106"/>
          </a:xfrm>
          <a:prstGeom prst="rect">
            <a:avLst/>
          </a:prstGeom>
        </p:spPr>
      </p:pic>
      <p:pic>
        <p:nvPicPr>
          <p:cNvPr id="112" name="Picture 1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7B6CAD-597E-A66E-A274-566A15211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816470"/>
            <a:ext cx="498106" cy="498106"/>
          </a:xfrm>
          <a:prstGeom prst="rect">
            <a:avLst/>
          </a:prstGeom>
        </p:spPr>
      </p:pic>
      <p:pic>
        <p:nvPicPr>
          <p:cNvPr id="113" name="Picture 1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3D33A9-7C2C-FB4F-88CB-EDA161575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721095"/>
            <a:ext cx="498106" cy="498106"/>
          </a:xfrm>
          <a:prstGeom prst="rect">
            <a:avLst/>
          </a:prstGeom>
        </p:spPr>
      </p:pic>
      <p:pic>
        <p:nvPicPr>
          <p:cNvPr id="114" name="Picture 1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8E2953-3B71-AC54-DBF7-D1486C93C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721096"/>
            <a:ext cx="498106" cy="498106"/>
          </a:xfrm>
          <a:prstGeom prst="rect">
            <a:avLst/>
          </a:prstGeom>
        </p:spPr>
      </p:pic>
      <p:pic>
        <p:nvPicPr>
          <p:cNvPr id="115" name="Picture 1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129B01-1FE8-95B0-892D-3194210B5E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086222"/>
            <a:ext cx="498106" cy="498106"/>
          </a:xfrm>
          <a:prstGeom prst="rect">
            <a:avLst/>
          </a:prstGeom>
        </p:spPr>
      </p:pic>
      <p:pic>
        <p:nvPicPr>
          <p:cNvPr id="116" name="Picture 1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12949-C389-2D92-9718-0D605BAC2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086222"/>
            <a:ext cx="498106" cy="498106"/>
          </a:xfrm>
          <a:prstGeom prst="rect">
            <a:avLst/>
          </a:prstGeom>
        </p:spPr>
      </p:pic>
      <p:pic>
        <p:nvPicPr>
          <p:cNvPr id="117" name="Picture 1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2722B9-AA83-5E47-CD38-F1EFD27415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721096"/>
            <a:ext cx="498106" cy="498106"/>
          </a:xfrm>
          <a:prstGeom prst="rect">
            <a:avLst/>
          </a:prstGeom>
        </p:spPr>
      </p:pic>
      <p:pic>
        <p:nvPicPr>
          <p:cNvPr id="118" name="Picture 1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5120C7-5F3E-DEFA-3329-E1DF92307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721095"/>
            <a:ext cx="498106" cy="498106"/>
          </a:xfrm>
          <a:prstGeom prst="rect">
            <a:avLst/>
          </a:prstGeom>
        </p:spPr>
      </p:pic>
      <p:pic>
        <p:nvPicPr>
          <p:cNvPr id="119" name="Picture 11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3E6D17-3E6D-21F9-60BC-0AA5057D6B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086223"/>
            <a:ext cx="498106" cy="498106"/>
          </a:xfrm>
          <a:prstGeom prst="rect">
            <a:avLst/>
          </a:prstGeom>
        </p:spPr>
      </p:pic>
      <p:pic>
        <p:nvPicPr>
          <p:cNvPr id="120" name="Picture 1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53045B-20BC-4100-3F82-70CDD7C646D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086221"/>
            <a:ext cx="498106" cy="498106"/>
          </a:xfrm>
          <a:prstGeom prst="rect">
            <a:avLst/>
          </a:prstGeom>
        </p:spPr>
      </p:pic>
      <p:pic>
        <p:nvPicPr>
          <p:cNvPr id="121" name="Picture 1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3DE0D16-7C47-5745-06D5-50267A416E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4451347"/>
            <a:ext cx="498106" cy="498106"/>
          </a:xfrm>
          <a:prstGeom prst="rect">
            <a:avLst/>
          </a:prstGeom>
        </p:spPr>
      </p:pic>
      <p:pic>
        <p:nvPicPr>
          <p:cNvPr id="122" name="Picture 1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044C4D-DBFE-BD1A-7FB1-4E8EFB6EB8C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4451348"/>
            <a:ext cx="498106" cy="498106"/>
          </a:xfrm>
          <a:prstGeom prst="rect">
            <a:avLst/>
          </a:prstGeom>
        </p:spPr>
      </p:pic>
      <p:pic>
        <p:nvPicPr>
          <p:cNvPr id="123" name="Picture 1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EFAE80-09EF-0BA9-F89D-4C4345A600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816470"/>
            <a:ext cx="498106" cy="498106"/>
          </a:xfrm>
          <a:prstGeom prst="rect">
            <a:avLst/>
          </a:prstGeom>
        </p:spPr>
      </p:pic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AB787C-D014-4A88-C05C-80384D2F0C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816470"/>
            <a:ext cx="498106" cy="498106"/>
          </a:xfrm>
          <a:prstGeom prst="rect">
            <a:avLst/>
          </a:prstGeom>
        </p:spPr>
      </p:pic>
      <p:pic>
        <p:nvPicPr>
          <p:cNvPr id="125" name="Picture 1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C00404E-9102-2767-2E71-E30028AA4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4451348"/>
            <a:ext cx="498106" cy="498106"/>
          </a:xfrm>
          <a:prstGeom prst="rect">
            <a:avLst/>
          </a:prstGeom>
        </p:spPr>
      </p:pic>
      <p:pic>
        <p:nvPicPr>
          <p:cNvPr id="126" name="Picture 1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BBF5CD-2049-BCFF-D221-973C5D0CDF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4451347"/>
            <a:ext cx="498106" cy="498106"/>
          </a:xfrm>
          <a:prstGeom prst="rect">
            <a:avLst/>
          </a:prstGeom>
        </p:spPr>
      </p:pic>
      <p:pic>
        <p:nvPicPr>
          <p:cNvPr id="127" name="Picture 1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9FCB1A-3E40-5F9D-ACAA-387FEB1893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816471"/>
            <a:ext cx="498106" cy="498106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D1209D-3EB0-1278-71DB-F3312242B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816469"/>
            <a:ext cx="498106" cy="49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25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1B2E-8158-58E0-023B-E9291346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Why a diffusion model?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05B1-B624-4CA6-7DBE-35585D9F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12</a:t>
            </a:fld>
            <a:endParaRPr lang="en-GB"/>
          </a:p>
        </p:txBody>
      </p:sp>
      <p:pic>
        <p:nvPicPr>
          <p:cNvPr id="22" name="Picture 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C09794-DD57-3364-256E-6D6182AF1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2286160"/>
            <a:ext cx="498106" cy="498106"/>
          </a:xfrm>
          <a:prstGeom prst="rect">
            <a:avLst/>
          </a:prstGeom>
        </p:spPr>
      </p:pic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660623-A8E2-3CE6-65BC-803E42239C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2286161"/>
            <a:ext cx="498106" cy="498106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B240FBF-1BC1-E8BE-EF03-55BB63E5A0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2651287"/>
            <a:ext cx="498106" cy="498106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53B3E8-B362-E4DA-5EEA-32571283E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2651287"/>
            <a:ext cx="498106" cy="498106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70E3FB0-2A71-0D75-294F-866BF98EEB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2286161"/>
            <a:ext cx="498106" cy="498106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BDFE80-ED9A-819D-5911-DE7EBC576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2286160"/>
            <a:ext cx="498106" cy="498106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15A708-4A28-56F7-C618-E2A3A8B6280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2651288"/>
            <a:ext cx="498106" cy="498106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547937-E831-22DC-7925-FB34C1C5D5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2651286"/>
            <a:ext cx="498106" cy="498106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01A961-9B2B-7F70-140D-4789644051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3016412"/>
            <a:ext cx="498106" cy="498106"/>
          </a:xfrm>
          <a:prstGeom prst="rect">
            <a:avLst/>
          </a:prstGeom>
        </p:spPr>
      </p:pic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AD3B3D-DE1C-63F7-9198-FB77AF213A2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3016413"/>
            <a:ext cx="498106" cy="498106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7CCA0FD-08FD-EEE9-FDFF-7B893875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3381535"/>
            <a:ext cx="498106" cy="498106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66425-5259-E67F-04CF-AE846910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3381535"/>
            <a:ext cx="498106" cy="498106"/>
          </a:xfrm>
          <a:prstGeom prst="rect">
            <a:avLst/>
          </a:prstGeom>
        </p:spPr>
      </p:pic>
      <p:pic>
        <p:nvPicPr>
          <p:cNvPr id="34" name="Picture 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CD868E-6CBF-5793-4963-FEC56154D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3016413"/>
            <a:ext cx="498106" cy="498106"/>
          </a:xfrm>
          <a:prstGeom prst="rect">
            <a:avLst/>
          </a:prstGeom>
        </p:spPr>
      </p:pic>
      <p:pic>
        <p:nvPicPr>
          <p:cNvPr id="35" name="Picture 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03B0D8-61AC-3B60-383E-EBEEBC932D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3016412"/>
            <a:ext cx="498106" cy="49810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A12509-BE1B-9F2F-0BD8-CA027E13F0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3381536"/>
            <a:ext cx="498106" cy="498106"/>
          </a:xfrm>
          <a:prstGeom prst="rect">
            <a:avLst/>
          </a:prstGeom>
        </p:spPr>
      </p:pic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93FF36-1FF4-98F4-7674-98DDDA31D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3381534"/>
            <a:ext cx="498106" cy="498106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6859F94-9972-AFF6-610D-E20BC435873F}"/>
              </a:ext>
            </a:extLst>
          </p:cNvPr>
          <p:cNvSpPr/>
          <p:nvPr/>
        </p:nvSpPr>
        <p:spPr>
          <a:xfrm>
            <a:off x="5144692" y="3353971"/>
            <a:ext cx="2489107" cy="734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Diffusion model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A14909-9E46-B95D-8D25-0FDF9BB43B2D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500942" y="3721095"/>
            <a:ext cx="6437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2DF615-E04E-C404-A536-19618CC8D8F8}"/>
              </a:ext>
            </a:extLst>
          </p:cNvPr>
          <p:cNvCxnSpPr>
            <a:cxnSpLocks/>
          </p:cNvCxnSpPr>
          <p:nvPr/>
        </p:nvCxnSpPr>
        <p:spPr>
          <a:xfrm>
            <a:off x="7633799" y="3692312"/>
            <a:ext cx="109659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B530CC-07D2-88E8-B568-33EC46928A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443" y="3514517"/>
            <a:ext cx="498106" cy="498106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5D695F-C5FE-8269-E859-2C091C8E8D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140" y="3514517"/>
            <a:ext cx="498106" cy="498106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100F29-4728-90F6-F29D-0764BA6AAF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20" y="3514518"/>
            <a:ext cx="498106" cy="498106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F1A57F9-EA4C-2A9C-02F4-FD92CD2A0B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746" y="3514516"/>
            <a:ext cx="498106" cy="498106"/>
          </a:xfrm>
          <a:prstGeom prst="rect">
            <a:avLst/>
          </a:prstGeom>
        </p:spPr>
      </p:pic>
      <p:pic>
        <p:nvPicPr>
          <p:cNvPr id="81" name="Picture 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80C0AF-1E47-C461-50AC-7BD5B07AA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2286159"/>
            <a:ext cx="498106" cy="498106"/>
          </a:xfrm>
          <a:prstGeom prst="rect">
            <a:avLst/>
          </a:prstGeom>
        </p:spPr>
      </p:pic>
      <p:pic>
        <p:nvPicPr>
          <p:cNvPr id="82" name="Picture 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CCD253-36E1-B086-28A9-C3A00D249A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2286160"/>
            <a:ext cx="498106" cy="498106"/>
          </a:xfrm>
          <a:prstGeom prst="rect">
            <a:avLst/>
          </a:prstGeom>
        </p:spPr>
      </p:pic>
      <p:pic>
        <p:nvPicPr>
          <p:cNvPr id="83" name="Picture 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6BBC10-DA6F-1CE8-0A8F-954796659A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2651286"/>
            <a:ext cx="498106" cy="498106"/>
          </a:xfrm>
          <a:prstGeom prst="rect">
            <a:avLst/>
          </a:prstGeom>
        </p:spPr>
      </p:pic>
      <p:pic>
        <p:nvPicPr>
          <p:cNvPr id="84" name="Picture 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F7FE2D-0704-279A-A437-233EC1D7A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2651286"/>
            <a:ext cx="498106" cy="498106"/>
          </a:xfrm>
          <a:prstGeom prst="rect">
            <a:avLst/>
          </a:prstGeom>
        </p:spPr>
      </p:pic>
      <p:pic>
        <p:nvPicPr>
          <p:cNvPr id="85" name="Picture 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C42EBA-71D5-0A22-C844-C9E1FBE42B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2286160"/>
            <a:ext cx="498106" cy="498106"/>
          </a:xfrm>
          <a:prstGeom prst="rect">
            <a:avLst/>
          </a:prstGeom>
        </p:spPr>
      </p:pic>
      <p:pic>
        <p:nvPicPr>
          <p:cNvPr id="86" name="Picture 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A7E8068-49D4-4E06-E6D0-C9DFBD2FA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2286159"/>
            <a:ext cx="498106" cy="498106"/>
          </a:xfrm>
          <a:prstGeom prst="rect">
            <a:avLst/>
          </a:prstGeom>
        </p:spPr>
      </p:pic>
      <p:pic>
        <p:nvPicPr>
          <p:cNvPr id="87" name="Picture 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C2FDD6-56F8-CABD-C07C-3E8B1C5C7B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2651287"/>
            <a:ext cx="498106" cy="498106"/>
          </a:xfrm>
          <a:prstGeom prst="rect">
            <a:avLst/>
          </a:prstGeom>
        </p:spPr>
      </p:pic>
      <p:pic>
        <p:nvPicPr>
          <p:cNvPr id="88" name="Picture 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59DE69-2B0C-871D-A996-D7EA64D9EB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2651285"/>
            <a:ext cx="498106" cy="498106"/>
          </a:xfrm>
          <a:prstGeom prst="rect">
            <a:avLst/>
          </a:prstGeom>
        </p:spPr>
      </p:pic>
      <p:pic>
        <p:nvPicPr>
          <p:cNvPr id="89" name="Picture 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050730-7634-377B-3174-96210B163E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016411"/>
            <a:ext cx="498106" cy="498106"/>
          </a:xfrm>
          <a:prstGeom prst="rect">
            <a:avLst/>
          </a:prstGeom>
        </p:spPr>
      </p:pic>
      <p:pic>
        <p:nvPicPr>
          <p:cNvPr id="90" name="Picture 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F884704-2490-6818-9558-909E911B47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016412"/>
            <a:ext cx="498106" cy="498106"/>
          </a:xfrm>
          <a:prstGeom prst="rect">
            <a:avLst/>
          </a:prstGeom>
        </p:spPr>
      </p:pic>
      <p:pic>
        <p:nvPicPr>
          <p:cNvPr id="91" name="Picture 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62886B-D740-1F58-0C58-D14D20D8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3381534"/>
            <a:ext cx="498106" cy="498106"/>
          </a:xfrm>
          <a:prstGeom prst="rect">
            <a:avLst/>
          </a:prstGeom>
        </p:spPr>
      </p:pic>
      <p:pic>
        <p:nvPicPr>
          <p:cNvPr id="92" name="Picture 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8972AA-496C-88D3-D3C9-E63668AF11A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3381534"/>
            <a:ext cx="498106" cy="498106"/>
          </a:xfrm>
          <a:prstGeom prst="rect">
            <a:avLst/>
          </a:prstGeom>
        </p:spPr>
      </p:pic>
      <p:pic>
        <p:nvPicPr>
          <p:cNvPr id="93" name="Picture 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FCCE2A-6814-231A-A18F-4EDB5279E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016412"/>
            <a:ext cx="498106" cy="498106"/>
          </a:xfrm>
          <a:prstGeom prst="rect">
            <a:avLst/>
          </a:prstGeom>
        </p:spPr>
      </p:pic>
      <p:pic>
        <p:nvPicPr>
          <p:cNvPr id="94" name="Picture 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9915E9-2C94-700B-CAF7-00A6CE256D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016411"/>
            <a:ext cx="498106" cy="498106"/>
          </a:xfrm>
          <a:prstGeom prst="rect">
            <a:avLst/>
          </a:prstGeom>
        </p:spPr>
      </p:pic>
      <p:pic>
        <p:nvPicPr>
          <p:cNvPr id="95" name="Picture 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0F2AAF-9C66-D035-069E-DE771D96FD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3381535"/>
            <a:ext cx="498106" cy="498106"/>
          </a:xfrm>
          <a:prstGeom prst="rect">
            <a:avLst/>
          </a:prstGeom>
        </p:spPr>
      </p:pic>
      <p:pic>
        <p:nvPicPr>
          <p:cNvPr id="96" name="Picture 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CEC6921-44EA-C341-B619-CFE9A5E50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3381533"/>
            <a:ext cx="498106" cy="498106"/>
          </a:xfrm>
          <a:prstGeom prst="rect">
            <a:avLst/>
          </a:prstGeom>
        </p:spPr>
      </p:pic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1D6ED6-F0C0-0B73-9478-D9FCE094D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3721096"/>
            <a:ext cx="498106" cy="498106"/>
          </a:xfrm>
          <a:prstGeom prst="rect">
            <a:avLst/>
          </a:prstGeom>
        </p:spPr>
      </p:pic>
      <p:pic>
        <p:nvPicPr>
          <p:cNvPr id="98" name="Picture 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B9A2455-6FFA-15A4-6CC3-44EC55D1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3721097"/>
            <a:ext cx="498106" cy="498106"/>
          </a:xfrm>
          <a:prstGeom prst="rect">
            <a:avLst/>
          </a:prstGeom>
        </p:spPr>
      </p:pic>
      <p:pic>
        <p:nvPicPr>
          <p:cNvPr id="99" name="Picture 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0B0C9EE-4F67-AC41-E0BB-26B44CA47AF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086223"/>
            <a:ext cx="498106" cy="498106"/>
          </a:xfrm>
          <a:prstGeom prst="rect">
            <a:avLst/>
          </a:prstGeom>
        </p:spPr>
      </p:pic>
      <p:pic>
        <p:nvPicPr>
          <p:cNvPr id="100" name="Picture 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53278D-1616-3F77-BE7F-8BA4E59CD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086223"/>
            <a:ext cx="498106" cy="498106"/>
          </a:xfrm>
          <a:prstGeom prst="rect">
            <a:avLst/>
          </a:prstGeom>
        </p:spPr>
      </p:pic>
      <p:pic>
        <p:nvPicPr>
          <p:cNvPr id="101" name="Picture 1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A00B4E-C983-160C-99B1-67F5AA627D0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3721097"/>
            <a:ext cx="498106" cy="498106"/>
          </a:xfrm>
          <a:prstGeom prst="rect">
            <a:avLst/>
          </a:prstGeom>
        </p:spPr>
      </p:pic>
      <p:pic>
        <p:nvPicPr>
          <p:cNvPr id="102" name="Picture 1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E8FCCD0-32A6-610B-BE30-7566C577E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3721096"/>
            <a:ext cx="498106" cy="498106"/>
          </a:xfrm>
          <a:prstGeom prst="rect">
            <a:avLst/>
          </a:prstGeom>
        </p:spPr>
      </p:pic>
      <p:pic>
        <p:nvPicPr>
          <p:cNvPr id="103" name="Picture 1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C378D3-E360-923D-5010-681EAFF9C8C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086224"/>
            <a:ext cx="498106" cy="498106"/>
          </a:xfrm>
          <a:prstGeom prst="rect">
            <a:avLst/>
          </a:prstGeom>
        </p:spPr>
      </p:pic>
      <p:pic>
        <p:nvPicPr>
          <p:cNvPr id="104" name="Picture 1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08D7D68-F7E6-B8F2-6091-D38E591DC57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086222"/>
            <a:ext cx="498106" cy="498106"/>
          </a:xfrm>
          <a:prstGeom prst="rect">
            <a:avLst/>
          </a:prstGeom>
        </p:spPr>
      </p:pic>
      <p:pic>
        <p:nvPicPr>
          <p:cNvPr id="105" name="Picture 1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9D87BF-3EC0-5E59-DF97-32969BFDD8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4451348"/>
            <a:ext cx="498106" cy="498106"/>
          </a:xfrm>
          <a:prstGeom prst="rect">
            <a:avLst/>
          </a:prstGeom>
        </p:spPr>
      </p:pic>
      <p:pic>
        <p:nvPicPr>
          <p:cNvPr id="106" name="Picture 1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3DDCF22-A630-145B-2D31-7321A58EE2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4451349"/>
            <a:ext cx="498106" cy="498106"/>
          </a:xfrm>
          <a:prstGeom prst="rect">
            <a:avLst/>
          </a:prstGeom>
        </p:spPr>
      </p:pic>
      <p:pic>
        <p:nvPicPr>
          <p:cNvPr id="107" name="Picture 1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990B6C9-B792-5BD3-DBCE-9F912FC273C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816471"/>
            <a:ext cx="498106" cy="498106"/>
          </a:xfrm>
          <a:prstGeom prst="rect">
            <a:avLst/>
          </a:prstGeom>
        </p:spPr>
      </p:pic>
      <p:pic>
        <p:nvPicPr>
          <p:cNvPr id="108" name="Picture 10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A40760-A99D-CDE5-0D94-7E01D07C01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816471"/>
            <a:ext cx="498106" cy="498106"/>
          </a:xfrm>
          <a:prstGeom prst="rect">
            <a:avLst/>
          </a:prstGeom>
        </p:spPr>
      </p:pic>
      <p:pic>
        <p:nvPicPr>
          <p:cNvPr id="109" name="Picture 10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612CD9-25FA-BE54-9D34-BF406D0B0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4451349"/>
            <a:ext cx="498106" cy="498106"/>
          </a:xfrm>
          <a:prstGeom prst="rect">
            <a:avLst/>
          </a:prstGeom>
        </p:spPr>
      </p:pic>
      <p:pic>
        <p:nvPicPr>
          <p:cNvPr id="110" name="Picture 10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9849DCD-921B-8A25-21EE-329B872219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4451348"/>
            <a:ext cx="498106" cy="498106"/>
          </a:xfrm>
          <a:prstGeom prst="rect">
            <a:avLst/>
          </a:prstGeom>
        </p:spPr>
      </p:pic>
      <p:pic>
        <p:nvPicPr>
          <p:cNvPr id="111" name="Picture 1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C7DC0A-282B-F3AF-9F9D-B3CC68D6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816472"/>
            <a:ext cx="498106" cy="498106"/>
          </a:xfrm>
          <a:prstGeom prst="rect">
            <a:avLst/>
          </a:prstGeom>
        </p:spPr>
      </p:pic>
      <p:pic>
        <p:nvPicPr>
          <p:cNvPr id="112" name="Picture 1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7B6CAD-597E-A66E-A274-566A15211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816470"/>
            <a:ext cx="498106" cy="498106"/>
          </a:xfrm>
          <a:prstGeom prst="rect">
            <a:avLst/>
          </a:prstGeom>
        </p:spPr>
      </p:pic>
      <p:pic>
        <p:nvPicPr>
          <p:cNvPr id="113" name="Picture 1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3D33A9-7C2C-FB4F-88CB-EDA161575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721095"/>
            <a:ext cx="498106" cy="498106"/>
          </a:xfrm>
          <a:prstGeom prst="rect">
            <a:avLst/>
          </a:prstGeom>
        </p:spPr>
      </p:pic>
      <p:pic>
        <p:nvPicPr>
          <p:cNvPr id="114" name="Picture 1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8E2953-3B71-AC54-DBF7-D1486C93C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721096"/>
            <a:ext cx="498106" cy="498106"/>
          </a:xfrm>
          <a:prstGeom prst="rect">
            <a:avLst/>
          </a:prstGeom>
        </p:spPr>
      </p:pic>
      <p:pic>
        <p:nvPicPr>
          <p:cNvPr id="115" name="Picture 1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129B01-1FE8-95B0-892D-3194210B5E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086222"/>
            <a:ext cx="498106" cy="498106"/>
          </a:xfrm>
          <a:prstGeom prst="rect">
            <a:avLst/>
          </a:prstGeom>
        </p:spPr>
      </p:pic>
      <p:pic>
        <p:nvPicPr>
          <p:cNvPr id="116" name="Picture 1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12949-C389-2D92-9718-0D605BAC2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086222"/>
            <a:ext cx="498106" cy="498106"/>
          </a:xfrm>
          <a:prstGeom prst="rect">
            <a:avLst/>
          </a:prstGeom>
        </p:spPr>
      </p:pic>
      <p:pic>
        <p:nvPicPr>
          <p:cNvPr id="117" name="Picture 1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2722B9-AA83-5E47-CD38-F1EFD27415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721096"/>
            <a:ext cx="498106" cy="498106"/>
          </a:xfrm>
          <a:prstGeom prst="rect">
            <a:avLst/>
          </a:prstGeom>
        </p:spPr>
      </p:pic>
      <p:pic>
        <p:nvPicPr>
          <p:cNvPr id="118" name="Picture 1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5120C7-5F3E-DEFA-3329-E1DF92307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721095"/>
            <a:ext cx="498106" cy="498106"/>
          </a:xfrm>
          <a:prstGeom prst="rect">
            <a:avLst/>
          </a:prstGeom>
        </p:spPr>
      </p:pic>
      <p:pic>
        <p:nvPicPr>
          <p:cNvPr id="119" name="Picture 11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3E6D17-3E6D-21F9-60BC-0AA5057D6B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086223"/>
            <a:ext cx="498106" cy="498106"/>
          </a:xfrm>
          <a:prstGeom prst="rect">
            <a:avLst/>
          </a:prstGeom>
        </p:spPr>
      </p:pic>
      <p:pic>
        <p:nvPicPr>
          <p:cNvPr id="120" name="Picture 1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53045B-20BC-4100-3F82-70CDD7C646D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086221"/>
            <a:ext cx="498106" cy="498106"/>
          </a:xfrm>
          <a:prstGeom prst="rect">
            <a:avLst/>
          </a:prstGeom>
        </p:spPr>
      </p:pic>
      <p:pic>
        <p:nvPicPr>
          <p:cNvPr id="121" name="Picture 1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3DE0D16-7C47-5745-06D5-50267A416E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4451347"/>
            <a:ext cx="498106" cy="498106"/>
          </a:xfrm>
          <a:prstGeom prst="rect">
            <a:avLst/>
          </a:prstGeom>
        </p:spPr>
      </p:pic>
      <p:pic>
        <p:nvPicPr>
          <p:cNvPr id="122" name="Picture 1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044C4D-DBFE-BD1A-7FB1-4E8EFB6EB8C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4451348"/>
            <a:ext cx="498106" cy="498106"/>
          </a:xfrm>
          <a:prstGeom prst="rect">
            <a:avLst/>
          </a:prstGeom>
        </p:spPr>
      </p:pic>
      <p:pic>
        <p:nvPicPr>
          <p:cNvPr id="123" name="Picture 1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EFAE80-09EF-0BA9-F89D-4C4345A600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816470"/>
            <a:ext cx="498106" cy="498106"/>
          </a:xfrm>
          <a:prstGeom prst="rect">
            <a:avLst/>
          </a:prstGeom>
        </p:spPr>
      </p:pic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AB787C-D014-4A88-C05C-80384D2F0C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816470"/>
            <a:ext cx="498106" cy="498106"/>
          </a:xfrm>
          <a:prstGeom prst="rect">
            <a:avLst/>
          </a:prstGeom>
        </p:spPr>
      </p:pic>
      <p:pic>
        <p:nvPicPr>
          <p:cNvPr id="125" name="Picture 1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C00404E-9102-2767-2E71-E30028AA4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4451348"/>
            <a:ext cx="498106" cy="498106"/>
          </a:xfrm>
          <a:prstGeom prst="rect">
            <a:avLst/>
          </a:prstGeom>
        </p:spPr>
      </p:pic>
      <p:pic>
        <p:nvPicPr>
          <p:cNvPr id="126" name="Picture 1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BBF5CD-2049-BCFF-D221-973C5D0CDF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4451347"/>
            <a:ext cx="498106" cy="498106"/>
          </a:xfrm>
          <a:prstGeom prst="rect">
            <a:avLst/>
          </a:prstGeom>
        </p:spPr>
      </p:pic>
      <p:pic>
        <p:nvPicPr>
          <p:cNvPr id="127" name="Picture 1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9FCB1A-3E40-5F9D-ACAA-387FEB1893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816471"/>
            <a:ext cx="498106" cy="498106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D1209D-3EB0-1278-71DB-F3312242B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816469"/>
            <a:ext cx="498106" cy="49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1B2E-8158-58E0-023B-E9291346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Why a diffusion model?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05B1-B624-4CA6-7DBE-35585D9F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13</a:t>
            </a:fld>
            <a:endParaRPr lang="en-GB"/>
          </a:p>
        </p:txBody>
      </p:sp>
      <p:pic>
        <p:nvPicPr>
          <p:cNvPr id="22" name="Picture 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C09794-DD57-3364-256E-6D6182AF1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2286160"/>
            <a:ext cx="498106" cy="498106"/>
          </a:xfrm>
          <a:prstGeom prst="rect">
            <a:avLst/>
          </a:prstGeom>
        </p:spPr>
      </p:pic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660623-A8E2-3CE6-65BC-803E42239C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2286161"/>
            <a:ext cx="498106" cy="498106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B240FBF-1BC1-E8BE-EF03-55BB63E5A0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2651287"/>
            <a:ext cx="498106" cy="498106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53B3E8-B362-E4DA-5EEA-32571283E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2651287"/>
            <a:ext cx="498106" cy="498106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70E3FB0-2A71-0D75-294F-866BF98EEB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2286161"/>
            <a:ext cx="498106" cy="498106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BDFE80-ED9A-819D-5911-DE7EBC576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2286160"/>
            <a:ext cx="498106" cy="498106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15A708-4A28-56F7-C618-E2A3A8B6280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2651288"/>
            <a:ext cx="498106" cy="498106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547937-E831-22DC-7925-FB34C1C5D5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2651286"/>
            <a:ext cx="498106" cy="498106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01A961-9B2B-7F70-140D-4789644051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11" y="3016412"/>
            <a:ext cx="498106" cy="498106"/>
          </a:xfrm>
          <a:prstGeom prst="rect">
            <a:avLst/>
          </a:prstGeom>
        </p:spPr>
      </p:pic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AD3B3D-DE1C-63F7-9198-FB77AF213A2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7" y="3016413"/>
            <a:ext cx="498106" cy="498106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7CCA0FD-08FD-EEE9-FDFF-7B893875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09" y="3381535"/>
            <a:ext cx="498106" cy="498106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66425-5259-E67F-04CF-AE846910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406" y="3381535"/>
            <a:ext cx="498106" cy="498106"/>
          </a:xfrm>
          <a:prstGeom prst="rect">
            <a:avLst/>
          </a:prstGeom>
        </p:spPr>
      </p:pic>
      <p:pic>
        <p:nvPicPr>
          <p:cNvPr id="34" name="Picture 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CD868E-6CBF-5793-4963-FEC56154D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8" y="3016413"/>
            <a:ext cx="498106" cy="498106"/>
          </a:xfrm>
          <a:prstGeom prst="rect">
            <a:avLst/>
          </a:prstGeom>
        </p:spPr>
      </p:pic>
      <p:pic>
        <p:nvPicPr>
          <p:cNvPr id="35" name="Picture 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03B0D8-61AC-3B60-383E-EBEEBC932D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3" y="3016412"/>
            <a:ext cx="498106" cy="49810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A12509-BE1B-9F2F-0BD8-CA027E13F0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86" y="3381536"/>
            <a:ext cx="498106" cy="498106"/>
          </a:xfrm>
          <a:prstGeom prst="rect">
            <a:avLst/>
          </a:prstGeom>
        </p:spPr>
      </p:pic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93FF36-1FF4-98F4-7674-98DDDA31D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12" y="3381534"/>
            <a:ext cx="498106" cy="498106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6859F94-9972-AFF6-610D-E20BC435873F}"/>
              </a:ext>
            </a:extLst>
          </p:cNvPr>
          <p:cNvSpPr/>
          <p:nvPr/>
        </p:nvSpPr>
        <p:spPr>
          <a:xfrm>
            <a:off x="5144692" y="3353971"/>
            <a:ext cx="2489107" cy="734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Diffusion model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A14909-9E46-B95D-8D25-0FDF9BB43B2D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500942" y="3721095"/>
            <a:ext cx="6437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2DF615-E04E-C404-A536-19618CC8D8F8}"/>
              </a:ext>
            </a:extLst>
          </p:cNvPr>
          <p:cNvCxnSpPr>
            <a:cxnSpLocks/>
          </p:cNvCxnSpPr>
          <p:nvPr/>
        </p:nvCxnSpPr>
        <p:spPr>
          <a:xfrm>
            <a:off x="7633799" y="3692312"/>
            <a:ext cx="109659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B530CC-07D2-88E8-B568-33EC46928A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443" y="3514517"/>
            <a:ext cx="498106" cy="498106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5D695F-C5FE-8269-E859-2C091C8E8D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140" y="3514517"/>
            <a:ext cx="498106" cy="498106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100F29-4728-90F6-F29D-0764BA6AAF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20" y="3514518"/>
            <a:ext cx="498106" cy="498106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F1A57F9-EA4C-2A9C-02F4-FD92CD2A0B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746" y="3514516"/>
            <a:ext cx="498106" cy="498106"/>
          </a:xfrm>
          <a:prstGeom prst="rect">
            <a:avLst/>
          </a:prstGeom>
        </p:spPr>
      </p:pic>
      <p:pic>
        <p:nvPicPr>
          <p:cNvPr id="81" name="Picture 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80C0AF-1E47-C461-50AC-7BD5B07AA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2286159"/>
            <a:ext cx="498106" cy="498106"/>
          </a:xfrm>
          <a:prstGeom prst="rect">
            <a:avLst/>
          </a:prstGeom>
        </p:spPr>
      </p:pic>
      <p:pic>
        <p:nvPicPr>
          <p:cNvPr id="82" name="Picture 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CCD253-36E1-B086-28A9-C3A00D249A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2286160"/>
            <a:ext cx="498106" cy="498106"/>
          </a:xfrm>
          <a:prstGeom prst="rect">
            <a:avLst/>
          </a:prstGeom>
        </p:spPr>
      </p:pic>
      <p:pic>
        <p:nvPicPr>
          <p:cNvPr id="83" name="Picture 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6BBC10-DA6F-1CE8-0A8F-954796659A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2651286"/>
            <a:ext cx="498106" cy="498106"/>
          </a:xfrm>
          <a:prstGeom prst="rect">
            <a:avLst/>
          </a:prstGeom>
        </p:spPr>
      </p:pic>
      <p:pic>
        <p:nvPicPr>
          <p:cNvPr id="84" name="Picture 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F7FE2D-0704-279A-A437-233EC1D7A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2651286"/>
            <a:ext cx="498106" cy="498106"/>
          </a:xfrm>
          <a:prstGeom prst="rect">
            <a:avLst/>
          </a:prstGeom>
        </p:spPr>
      </p:pic>
      <p:pic>
        <p:nvPicPr>
          <p:cNvPr id="85" name="Picture 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C42EBA-71D5-0A22-C844-C9E1FBE42B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2286160"/>
            <a:ext cx="498106" cy="498106"/>
          </a:xfrm>
          <a:prstGeom prst="rect">
            <a:avLst/>
          </a:prstGeom>
        </p:spPr>
      </p:pic>
      <p:pic>
        <p:nvPicPr>
          <p:cNvPr id="86" name="Picture 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A7E8068-49D4-4E06-E6D0-C9DFBD2FA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2286159"/>
            <a:ext cx="498106" cy="498106"/>
          </a:xfrm>
          <a:prstGeom prst="rect">
            <a:avLst/>
          </a:prstGeom>
        </p:spPr>
      </p:pic>
      <p:pic>
        <p:nvPicPr>
          <p:cNvPr id="87" name="Picture 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C2FDD6-56F8-CABD-C07C-3E8B1C5C7B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2651287"/>
            <a:ext cx="498106" cy="498106"/>
          </a:xfrm>
          <a:prstGeom prst="rect">
            <a:avLst/>
          </a:prstGeom>
        </p:spPr>
      </p:pic>
      <p:pic>
        <p:nvPicPr>
          <p:cNvPr id="88" name="Picture 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59DE69-2B0C-871D-A996-D7EA64D9EB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2651285"/>
            <a:ext cx="498106" cy="498106"/>
          </a:xfrm>
          <a:prstGeom prst="rect">
            <a:avLst/>
          </a:prstGeom>
        </p:spPr>
      </p:pic>
      <p:pic>
        <p:nvPicPr>
          <p:cNvPr id="89" name="Picture 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050730-7634-377B-3174-96210B163E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016411"/>
            <a:ext cx="498106" cy="498106"/>
          </a:xfrm>
          <a:prstGeom prst="rect">
            <a:avLst/>
          </a:prstGeom>
        </p:spPr>
      </p:pic>
      <p:pic>
        <p:nvPicPr>
          <p:cNvPr id="90" name="Picture 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F884704-2490-6818-9558-909E911B47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016412"/>
            <a:ext cx="498106" cy="498106"/>
          </a:xfrm>
          <a:prstGeom prst="rect">
            <a:avLst/>
          </a:prstGeom>
        </p:spPr>
      </p:pic>
      <p:pic>
        <p:nvPicPr>
          <p:cNvPr id="91" name="Picture 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C62886B-D740-1F58-0C58-D14D20D8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3381534"/>
            <a:ext cx="498106" cy="498106"/>
          </a:xfrm>
          <a:prstGeom prst="rect">
            <a:avLst/>
          </a:prstGeom>
        </p:spPr>
      </p:pic>
      <p:pic>
        <p:nvPicPr>
          <p:cNvPr id="92" name="Picture 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8972AA-496C-88D3-D3C9-E63668AF11A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3381534"/>
            <a:ext cx="498106" cy="498106"/>
          </a:xfrm>
          <a:prstGeom prst="rect">
            <a:avLst/>
          </a:prstGeom>
        </p:spPr>
      </p:pic>
      <p:pic>
        <p:nvPicPr>
          <p:cNvPr id="93" name="Picture 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FCCE2A-6814-231A-A18F-4EDB5279E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016412"/>
            <a:ext cx="498106" cy="498106"/>
          </a:xfrm>
          <a:prstGeom prst="rect">
            <a:avLst/>
          </a:prstGeom>
        </p:spPr>
      </p:pic>
      <p:pic>
        <p:nvPicPr>
          <p:cNvPr id="94" name="Picture 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9915E9-2C94-700B-CAF7-00A6CE256D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016411"/>
            <a:ext cx="498106" cy="498106"/>
          </a:xfrm>
          <a:prstGeom prst="rect">
            <a:avLst/>
          </a:prstGeom>
        </p:spPr>
      </p:pic>
      <p:pic>
        <p:nvPicPr>
          <p:cNvPr id="95" name="Picture 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0F2AAF-9C66-D035-069E-DE771D96FD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3381535"/>
            <a:ext cx="498106" cy="498106"/>
          </a:xfrm>
          <a:prstGeom prst="rect">
            <a:avLst/>
          </a:prstGeom>
        </p:spPr>
      </p:pic>
      <p:pic>
        <p:nvPicPr>
          <p:cNvPr id="96" name="Picture 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CEC6921-44EA-C341-B619-CFE9A5E50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3381533"/>
            <a:ext cx="498106" cy="498106"/>
          </a:xfrm>
          <a:prstGeom prst="rect">
            <a:avLst/>
          </a:prstGeom>
        </p:spPr>
      </p:pic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1D6ED6-F0C0-0B73-9478-D9FCE094D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3721096"/>
            <a:ext cx="498106" cy="498106"/>
          </a:xfrm>
          <a:prstGeom prst="rect">
            <a:avLst/>
          </a:prstGeom>
        </p:spPr>
      </p:pic>
      <p:pic>
        <p:nvPicPr>
          <p:cNvPr id="98" name="Picture 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B9A2455-6FFA-15A4-6CC3-44EC55D1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3721097"/>
            <a:ext cx="498106" cy="498106"/>
          </a:xfrm>
          <a:prstGeom prst="rect">
            <a:avLst/>
          </a:prstGeom>
        </p:spPr>
      </p:pic>
      <p:pic>
        <p:nvPicPr>
          <p:cNvPr id="99" name="Picture 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0B0C9EE-4F67-AC41-E0BB-26B44CA47AF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086223"/>
            <a:ext cx="498106" cy="498106"/>
          </a:xfrm>
          <a:prstGeom prst="rect">
            <a:avLst/>
          </a:prstGeom>
        </p:spPr>
      </p:pic>
      <p:pic>
        <p:nvPicPr>
          <p:cNvPr id="100" name="Picture 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53278D-1616-3F77-BE7F-8BA4E59CD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086223"/>
            <a:ext cx="498106" cy="498106"/>
          </a:xfrm>
          <a:prstGeom prst="rect">
            <a:avLst/>
          </a:prstGeom>
        </p:spPr>
      </p:pic>
      <p:pic>
        <p:nvPicPr>
          <p:cNvPr id="101" name="Picture 1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A00B4E-C983-160C-99B1-67F5AA627D0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3721097"/>
            <a:ext cx="498106" cy="498106"/>
          </a:xfrm>
          <a:prstGeom prst="rect">
            <a:avLst/>
          </a:prstGeom>
        </p:spPr>
      </p:pic>
      <p:pic>
        <p:nvPicPr>
          <p:cNvPr id="102" name="Picture 1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E8FCCD0-32A6-610B-BE30-7566C577E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3721096"/>
            <a:ext cx="498106" cy="498106"/>
          </a:xfrm>
          <a:prstGeom prst="rect">
            <a:avLst/>
          </a:prstGeom>
        </p:spPr>
      </p:pic>
      <p:pic>
        <p:nvPicPr>
          <p:cNvPr id="103" name="Picture 1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C378D3-E360-923D-5010-681EAFF9C8C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086224"/>
            <a:ext cx="498106" cy="498106"/>
          </a:xfrm>
          <a:prstGeom prst="rect">
            <a:avLst/>
          </a:prstGeom>
        </p:spPr>
      </p:pic>
      <p:pic>
        <p:nvPicPr>
          <p:cNvPr id="104" name="Picture 1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08D7D68-F7E6-B8F2-6091-D38E591DC57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086222"/>
            <a:ext cx="498106" cy="498106"/>
          </a:xfrm>
          <a:prstGeom prst="rect">
            <a:avLst/>
          </a:prstGeom>
        </p:spPr>
      </p:pic>
      <p:pic>
        <p:nvPicPr>
          <p:cNvPr id="105" name="Picture 1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9D87BF-3EC0-5E59-DF97-32969BFDD8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91" y="4451348"/>
            <a:ext cx="498106" cy="498106"/>
          </a:xfrm>
          <a:prstGeom prst="rect">
            <a:avLst/>
          </a:prstGeom>
        </p:spPr>
      </p:pic>
      <p:pic>
        <p:nvPicPr>
          <p:cNvPr id="106" name="Picture 1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3DDCF22-A630-145B-2D31-7321A58EE2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7" y="4451349"/>
            <a:ext cx="498106" cy="498106"/>
          </a:xfrm>
          <a:prstGeom prst="rect">
            <a:avLst/>
          </a:prstGeom>
        </p:spPr>
      </p:pic>
      <p:pic>
        <p:nvPicPr>
          <p:cNvPr id="107" name="Picture 1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990B6C9-B792-5BD3-DBCE-9F912FC273C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89" y="4816471"/>
            <a:ext cx="498106" cy="498106"/>
          </a:xfrm>
          <a:prstGeom prst="rect">
            <a:avLst/>
          </a:prstGeom>
        </p:spPr>
      </p:pic>
      <p:pic>
        <p:nvPicPr>
          <p:cNvPr id="108" name="Picture 10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A40760-A99D-CDE5-0D94-7E01D07C01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286" y="4816471"/>
            <a:ext cx="498106" cy="498106"/>
          </a:xfrm>
          <a:prstGeom prst="rect">
            <a:avLst/>
          </a:prstGeom>
        </p:spPr>
      </p:pic>
      <p:pic>
        <p:nvPicPr>
          <p:cNvPr id="109" name="Picture 10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612CD9-25FA-BE54-9D34-BF406D0B0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8" y="4451349"/>
            <a:ext cx="498106" cy="498106"/>
          </a:xfrm>
          <a:prstGeom prst="rect">
            <a:avLst/>
          </a:prstGeom>
        </p:spPr>
      </p:pic>
      <p:pic>
        <p:nvPicPr>
          <p:cNvPr id="110" name="Picture 10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9849DCD-921B-8A25-21EE-329B872219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3" y="4451348"/>
            <a:ext cx="498106" cy="498106"/>
          </a:xfrm>
          <a:prstGeom prst="rect">
            <a:avLst/>
          </a:prstGeom>
        </p:spPr>
      </p:pic>
      <p:pic>
        <p:nvPicPr>
          <p:cNvPr id="111" name="Picture 1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C7DC0A-282B-F3AF-9F9D-B3CC68D6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66" y="4816472"/>
            <a:ext cx="498106" cy="498106"/>
          </a:xfrm>
          <a:prstGeom prst="rect">
            <a:avLst/>
          </a:prstGeom>
        </p:spPr>
      </p:pic>
      <p:pic>
        <p:nvPicPr>
          <p:cNvPr id="112" name="Picture 1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7B6CAD-597E-A66E-A274-566A15211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892" y="4816470"/>
            <a:ext cx="498106" cy="498106"/>
          </a:xfrm>
          <a:prstGeom prst="rect">
            <a:avLst/>
          </a:prstGeom>
        </p:spPr>
      </p:pic>
      <p:pic>
        <p:nvPicPr>
          <p:cNvPr id="113" name="Picture 1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3D33A9-7C2C-FB4F-88CB-EDA161575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3721095"/>
            <a:ext cx="498106" cy="498106"/>
          </a:xfrm>
          <a:prstGeom prst="rect">
            <a:avLst/>
          </a:prstGeom>
        </p:spPr>
      </p:pic>
      <p:pic>
        <p:nvPicPr>
          <p:cNvPr id="114" name="Picture 1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8E2953-3B71-AC54-DBF7-D1486C93C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3721096"/>
            <a:ext cx="498106" cy="498106"/>
          </a:xfrm>
          <a:prstGeom prst="rect">
            <a:avLst/>
          </a:prstGeom>
        </p:spPr>
      </p:pic>
      <p:pic>
        <p:nvPicPr>
          <p:cNvPr id="115" name="Picture 1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129B01-1FE8-95B0-892D-3194210B5E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086222"/>
            <a:ext cx="498106" cy="498106"/>
          </a:xfrm>
          <a:prstGeom prst="rect">
            <a:avLst/>
          </a:prstGeom>
        </p:spPr>
      </p:pic>
      <p:pic>
        <p:nvPicPr>
          <p:cNvPr id="116" name="Picture 1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12949-C389-2D92-9718-0D605BAC2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086222"/>
            <a:ext cx="498106" cy="498106"/>
          </a:xfrm>
          <a:prstGeom prst="rect">
            <a:avLst/>
          </a:prstGeom>
        </p:spPr>
      </p:pic>
      <p:pic>
        <p:nvPicPr>
          <p:cNvPr id="117" name="Picture 1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2722B9-AA83-5E47-CD38-F1EFD27415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3721096"/>
            <a:ext cx="498106" cy="498106"/>
          </a:xfrm>
          <a:prstGeom prst="rect">
            <a:avLst/>
          </a:prstGeom>
        </p:spPr>
      </p:pic>
      <p:pic>
        <p:nvPicPr>
          <p:cNvPr id="118" name="Picture 1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5120C7-5F3E-DEFA-3329-E1DF92307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3721095"/>
            <a:ext cx="498106" cy="498106"/>
          </a:xfrm>
          <a:prstGeom prst="rect">
            <a:avLst/>
          </a:prstGeom>
        </p:spPr>
      </p:pic>
      <p:pic>
        <p:nvPicPr>
          <p:cNvPr id="119" name="Picture 11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A3E6D17-3E6D-21F9-60BC-0AA5057D6B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086223"/>
            <a:ext cx="498106" cy="498106"/>
          </a:xfrm>
          <a:prstGeom prst="rect">
            <a:avLst/>
          </a:prstGeom>
        </p:spPr>
      </p:pic>
      <p:pic>
        <p:nvPicPr>
          <p:cNvPr id="120" name="Picture 1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53045B-20BC-4100-3F82-70CDD7C646D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086221"/>
            <a:ext cx="498106" cy="498106"/>
          </a:xfrm>
          <a:prstGeom prst="rect">
            <a:avLst/>
          </a:prstGeom>
        </p:spPr>
      </p:pic>
      <p:pic>
        <p:nvPicPr>
          <p:cNvPr id="121" name="Picture 1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3DE0D16-7C47-5745-06D5-50267A416E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7" y="4451347"/>
            <a:ext cx="498106" cy="498106"/>
          </a:xfrm>
          <a:prstGeom prst="rect">
            <a:avLst/>
          </a:prstGeom>
        </p:spPr>
      </p:pic>
      <p:pic>
        <p:nvPicPr>
          <p:cNvPr id="122" name="Picture 1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044C4D-DBFE-BD1A-7FB1-4E8EFB6EB8C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3" y="4451348"/>
            <a:ext cx="498106" cy="498106"/>
          </a:xfrm>
          <a:prstGeom prst="rect">
            <a:avLst/>
          </a:prstGeom>
        </p:spPr>
      </p:pic>
      <p:pic>
        <p:nvPicPr>
          <p:cNvPr id="123" name="Picture 1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EFAE80-09EF-0BA9-F89D-4C4345A600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235" y="4816470"/>
            <a:ext cx="498106" cy="498106"/>
          </a:xfrm>
          <a:prstGeom prst="rect">
            <a:avLst/>
          </a:prstGeom>
        </p:spPr>
      </p:pic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AB787C-D014-4A88-C05C-80384D2F0C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32" y="4816470"/>
            <a:ext cx="498106" cy="498106"/>
          </a:xfrm>
          <a:prstGeom prst="rect">
            <a:avLst/>
          </a:prstGeom>
        </p:spPr>
      </p:pic>
      <p:pic>
        <p:nvPicPr>
          <p:cNvPr id="125" name="Picture 1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C00404E-9102-2767-2E71-E30028AA4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4" y="4451348"/>
            <a:ext cx="498106" cy="498106"/>
          </a:xfrm>
          <a:prstGeom prst="rect">
            <a:avLst/>
          </a:prstGeom>
        </p:spPr>
      </p:pic>
      <p:pic>
        <p:nvPicPr>
          <p:cNvPr id="126" name="Picture 1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BBF5CD-2049-BCFF-D221-973C5D0CDF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9" y="4451347"/>
            <a:ext cx="498106" cy="498106"/>
          </a:xfrm>
          <a:prstGeom prst="rect">
            <a:avLst/>
          </a:prstGeom>
        </p:spPr>
      </p:pic>
      <p:pic>
        <p:nvPicPr>
          <p:cNvPr id="127" name="Picture 1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9FCB1A-3E40-5F9D-ACAA-387FEB1893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12" y="4816471"/>
            <a:ext cx="498106" cy="498106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D1209D-3EB0-1278-71DB-F3312242B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8" y="4816469"/>
            <a:ext cx="498106" cy="49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1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84CD-90B2-6F88-76FD-377C04F2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Why discrete?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519B3-B230-A0E9-7E83-85C21B678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305175"/>
            <a:ext cx="5181600" cy="2871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Continuous diffusion</a:t>
            </a:r>
          </a:p>
          <a:p>
            <a:r>
              <a:rPr lang="en-GB" dirty="0"/>
              <a:t>Smooth transitions between values</a:t>
            </a:r>
          </a:p>
          <a:p>
            <a:r>
              <a:rPr lang="en-GB" dirty="0"/>
              <a:t>Values have an order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8B2716-B242-92C2-DA9A-16E7F7CE5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05173"/>
            <a:ext cx="5181600" cy="2871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Discrete diffusion</a:t>
            </a:r>
          </a:p>
          <a:p>
            <a:r>
              <a:rPr lang="en-GB" dirty="0"/>
              <a:t>No transitions between values</a:t>
            </a:r>
          </a:p>
          <a:p>
            <a:r>
              <a:rPr lang="en-GB" dirty="0"/>
              <a:t>No order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5A8CF-8E0D-B566-079A-02D6F8D7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 descr="A colorful gradient on a surface&#10;&#10;Description automatically generated with medium confidence">
            <a:extLst>
              <a:ext uri="{FF2B5EF4-FFF2-40B4-BE49-F238E27FC236}">
                <a16:creationId xmlns:a16="http://schemas.microsoft.com/office/drawing/2014/main" id="{653D52EC-A50D-788A-323E-9279470B1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80" y="1866838"/>
            <a:ext cx="4799386" cy="868229"/>
          </a:xfrm>
          <a:prstGeom prst="rect">
            <a:avLst/>
          </a:prstGeom>
        </p:spPr>
      </p:pic>
      <p:pic>
        <p:nvPicPr>
          <p:cNvPr id="7" name="Graphic 6" descr="Star with solid fill">
            <a:extLst>
              <a:ext uri="{FF2B5EF4-FFF2-40B4-BE49-F238E27FC236}">
                <a16:creationId xmlns:a16="http://schemas.microsoft.com/office/drawing/2014/main" id="{9B9D03CC-D4A6-CF33-E7B2-84DD64287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9874" y="1906482"/>
            <a:ext cx="543986" cy="543986"/>
          </a:xfrm>
          <a:prstGeom prst="rect">
            <a:avLst/>
          </a:prstGeom>
        </p:spPr>
      </p:pic>
      <p:pic>
        <p:nvPicPr>
          <p:cNvPr id="8" name="Graphic 7" descr="Heart with solid fill">
            <a:extLst>
              <a:ext uri="{FF2B5EF4-FFF2-40B4-BE49-F238E27FC236}">
                <a16:creationId xmlns:a16="http://schemas.microsoft.com/office/drawing/2014/main" id="{BB732933-7FDC-15CE-FC56-C5FF2001A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8607" y="1963657"/>
            <a:ext cx="543986" cy="543986"/>
          </a:xfrm>
          <a:prstGeom prst="rect">
            <a:avLst/>
          </a:prstGeom>
        </p:spPr>
      </p:pic>
      <p:pic>
        <p:nvPicPr>
          <p:cNvPr id="9" name="Graphic 8" descr="Stop with solid fill">
            <a:extLst>
              <a:ext uri="{FF2B5EF4-FFF2-40B4-BE49-F238E27FC236}">
                <a16:creationId xmlns:a16="http://schemas.microsoft.com/office/drawing/2014/main" id="{8717F4B3-073A-EC1E-1940-969152D0FD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5385" y="1987123"/>
            <a:ext cx="543986" cy="54398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566B27-4E7A-5A84-3861-A15C5607CB28}"/>
              </a:ext>
            </a:extLst>
          </p:cNvPr>
          <p:cNvCxnSpPr>
            <a:cxnSpLocks/>
          </p:cNvCxnSpPr>
          <p:nvPr/>
        </p:nvCxnSpPr>
        <p:spPr>
          <a:xfrm>
            <a:off x="6360569" y="2695573"/>
            <a:ext cx="479938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6B275E-9275-83FC-AA0C-38EA37B049DE}"/>
              </a:ext>
            </a:extLst>
          </p:cNvPr>
          <p:cNvCxnSpPr>
            <a:cxnSpLocks/>
          </p:cNvCxnSpPr>
          <p:nvPr/>
        </p:nvCxnSpPr>
        <p:spPr>
          <a:xfrm>
            <a:off x="6360569" y="2503880"/>
            <a:ext cx="0" cy="2038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67C861-55B8-DF95-2906-00E826049A7B}"/>
              </a:ext>
            </a:extLst>
          </p:cNvPr>
          <p:cNvCxnSpPr>
            <a:cxnSpLocks/>
          </p:cNvCxnSpPr>
          <p:nvPr/>
        </p:nvCxnSpPr>
        <p:spPr>
          <a:xfrm>
            <a:off x="8610600" y="2503880"/>
            <a:ext cx="0" cy="204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818506-DF53-AC88-8D3C-3049AC7590D0}"/>
              </a:ext>
            </a:extLst>
          </p:cNvPr>
          <p:cNvCxnSpPr>
            <a:cxnSpLocks/>
          </p:cNvCxnSpPr>
          <p:nvPr/>
        </p:nvCxnSpPr>
        <p:spPr>
          <a:xfrm>
            <a:off x="11159955" y="2503880"/>
            <a:ext cx="0" cy="204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60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84CD-90B2-6F88-76FD-377C04F2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Why discrete?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519B3-B230-A0E9-7E83-85C21B678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305175"/>
            <a:ext cx="5181600" cy="1962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Continuous diffusion</a:t>
            </a:r>
          </a:p>
          <a:p>
            <a:r>
              <a:rPr lang="en-GB" dirty="0"/>
              <a:t>Smooth transitions between values</a:t>
            </a:r>
          </a:p>
          <a:p>
            <a:r>
              <a:rPr lang="en-GB" dirty="0"/>
              <a:t>Values have an order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8B2716-B242-92C2-DA9A-16E7F7CE5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05174"/>
            <a:ext cx="5181600" cy="1962152"/>
          </a:xfrm>
          <a:ln w="19050">
            <a:solidFill>
              <a:srgbClr val="92D05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Discrete diffusion</a:t>
            </a:r>
          </a:p>
          <a:p>
            <a:r>
              <a:rPr lang="en-GB" dirty="0"/>
              <a:t>No transitions between values</a:t>
            </a:r>
          </a:p>
          <a:p>
            <a:r>
              <a:rPr lang="en-GB" dirty="0"/>
              <a:t>No 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5A8CF-8E0D-B566-079A-02D6F8D7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15</a:t>
            </a:fld>
            <a:endParaRPr lang="en-GB"/>
          </a:p>
        </p:txBody>
      </p:sp>
      <p:pic>
        <p:nvPicPr>
          <p:cNvPr id="6" name="Picture 5" descr="A colorful gradient on a surface&#10;&#10;Description automatically generated with medium confidence">
            <a:extLst>
              <a:ext uri="{FF2B5EF4-FFF2-40B4-BE49-F238E27FC236}">
                <a16:creationId xmlns:a16="http://schemas.microsoft.com/office/drawing/2014/main" id="{653D52EC-A50D-788A-323E-9279470B1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80" y="1866838"/>
            <a:ext cx="4799386" cy="868229"/>
          </a:xfrm>
          <a:prstGeom prst="rect">
            <a:avLst/>
          </a:prstGeom>
        </p:spPr>
      </p:pic>
      <p:pic>
        <p:nvPicPr>
          <p:cNvPr id="7" name="Graphic 6" descr="Star with solid fill">
            <a:extLst>
              <a:ext uri="{FF2B5EF4-FFF2-40B4-BE49-F238E27FC236}">
                <a16:creationId xmlns:a16="http://schemas.microsoft.com/office/drawing/2014/main" id="{9B9D03CC-D4A6-CF33-E7B2-84DD64287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9874" y="1906482"/>
            <a:ext cx="543986" cy="543986"/>
          </a:xfrm>
          <a:prstGeom prst="rect">
            <a:avLst/>
          </a:prstGeom>
        </p:spPr>
      </p:pic>
      <p:pic>
        <p:nvPicPr>
          <p:cNvPr id="8" name="Graphic 7" descr="Heart with solid fill">
            <a:extLst>
              <a:ext uri="{FF2B5EF4-FFF2-40B4-BE49-F238E27FC236}">
                <a16:creationId xmlns:a16="http://schemas.microsoft.com/office/drawing/2014/main" id="{BB732933-7FDC-15CE-FC56-C5FF2001A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8607" y="1963657"/>
            <a:ext cx="543986" cy="543986"/>
          </a:xfrm>
          <a:prstGeom prst="rect">
            <a:avLst/>
          </a:prstGeom>
        </p:spPr>
      </p:pic>
      <p:pic>
        <p:nvPicPr>
          <p:cNvPr id="9" name="Graphic 8" descr="Stop with solid fill">
            <a:extLst>
              <a:ext uri="{FF2B5EF4-FFF2-40B4-BE49-F238E27FC236}">
                <a16:creationId xmlns:a16="http://schemas.microsoft.com/office/drawing/2014/main" id="{8717F4B3-073A-EC1E-1940-969152D0FD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5385" y="1987123"/>
            <a:ext cx="543986" cy="54398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566B27-4E7A-5A84-3861-A15C5607CB28}"/>
              </a:ext>
            </a:extLst>
          </p:cNvPr>
          <p:cNvCxnSpPr>
            <a:cxnSpLocks/>
          </p:cNvCxnSpPr>
          <p:nvPr/>
        </p:nvCxnSpPr>
        <p:spPr>
          <a:xfrm>
            <a:off x="6360569" y="2695573"/>
            <a:ext cx="479938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6B275E-9275-83FC-AA0C-38EA37B049DE}"/>
              </a:ext>
            </a:extLst>
          </p:cNvPr>
          <p:cNvCxnSpPr>
            <a:cxnSpLocks/>
          </p:cNvCxnSpPr>
          <p:nvPr/>
        </p:nvCxnSpPr>
        <p:spPr>
          <a:xfrm>
            <a:off x="6360569" y="2503880"/>
            <a:ext cx="0" cy="2038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67C861-55B8-DF95-2906-00E826049A7B}"/>
              </a:ext>
            </a:extLst>
          </p:cNvPr>
          <p:cNvCxnSpPr>
            <a:cxnSpLocks/>
          </p:cNvCxnSpPr>
          <p:nvPr/>
        </p:nvCxnSpPr>
        <p:spPr>
          <a:xfrm>
            <a:off x="8610600" y="2503880"/>
            <a:ext cx="0" cy="204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818506-DF53-AC88-8D3C-3049AC7590D0}"/>
              </a:ext>
            </a:extLst>
          </p:cNvPr>
          <p:cNvCxnSpPr>
            <a:cxnSpLocks/>
          </p:cNvCxnSpPr>
          <p:nvPr/>
        </p:nvCxnSpPr>
        <p:spPr>
          <a:xfrm>
            <a:off x="11159955" y="2503880"/>
            <a:ext cx="0" cy="204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88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879CB4-A245-FF87-BA8D-40B891F4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86AAEE-3BCE-B5E8-6A1E-882D940D7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Diffusion, Architecture &amp; All-atom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4C475-5C54-7D6F-6514-0DA288AE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80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2C24C5-32AB-45A9-16B5-0961BDF0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How does a diffusion model learn?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2BA04-B7C2-E46C-FB9C-3682F6A2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17</a:t>
            </a:fld>
            <a:endParaRPr lang="en-GB"/>
          </a:p>
        </p:txBody>
      </p:sp>
      <p:pic>
        <p:nvPicPr>
          <p:cNvPr id="8" name="Picture 7" descr="A collage of a person sitting&#10;&#10;Description automatically generated">
            <a:extLst>
              <a:ext uri="{FF2B5EF4-FFF2-40B4-BE49-F238E27FC236}">
                <a16:creationId xmlns:a16="http://schemas.microsoft.com/office/drawing/2014/main" id="{6AD083E3-AAC0-C9E2-B1D7-38760C6E0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66" b="16996"/>
          <a:stretch/>
        </p:blipFill>
        <p:spPr>
          <a:xfrm>
            <a:off x="1262062" y="3014941"/>
            <a:ext cx="9667875" cy="14573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753A20-38F6-83CA-05E1-88A74E1BFA3B}"/>
              </a:ext>
            </a:extLst>
          </p:cNvPr>
          <p:cNvSpPr txBox="1"/>
          <p:nvPr/>
        </p:nvSpPr>
        <p:spPr>
          <a:xfrm>
            <a:off x="3648074" y="2645609"/>
            <a:ext cx="489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Slowly add noise during forward pass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94239A-B1AC-9337-4EF1-B35623353F60}"/>
              </a:ext>
            </a:extLst>
          </p:cNvPr>
          <p:cNvSpPr txBox="1"/>
          <p:nvPr/>
        </p:nvSpPr>
        <p:spPr>
          <a:xfrm>
            <a:off x="3714750" y="4472266"/>
            <a:ext cx="489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Learn how to remove this noise during backward pass</a:t>
            </a:r>
          </a:p>
        </p:txBody>
      </p:sp>
    </p:spTree>
    <p:extLst>
      <p:ext uri="{BB962C8B-B14F-4D97-AF65-F5344CB8AC3E}">
        <p14:creationId xmlns:p14="http://schemas.microsoft.com/office/powerpoint/2010/main" val="166084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6026-1B2F-AC9A-66B3-F0C22628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dirty="0"/>
              <a:t>Denoising Diffusion Probabilistic Model (DDPM)</a:t>
            </a:r>
            <a:r>
              <a:rPr lang="en-GB" sz="3200" baseline="30000" dirty="0"/>
              <a:t>1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FF34B9EA-D348-38C3-2A7F-BB434719C96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12070011"/>
                  </p:ext>
                </p:extLst>
              </p:nvPr>
            </p:nvGraphicFramePr>
            <p:xfrm>
              <a:off x="838200" y="1825625"/>
              <a:ext cx="52578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FF34B9EA-D348-38C3-2A7F-BB434719C96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12070011"/>
                  </p:ext>
                </p:extLst>
              </p:nvPr>
            </p:nvGraphicFramePr>
            <p:xfrm>
              <a:off x="838200" y="1825625"/>
              <a:ext cx="52578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67A1A-AC5A-97A4-8094-1CF8D0BA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18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083A5C3-C770-BE5D-E63B-15A05BCCA1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38850" y="3443366"/>
                <a:ext cx="5257800" cy="112474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nl-NL" sz="2000" dirty="0"/>
                  <a:t>Using </a:t>
                </a:r>
                <a:r>
                  <a:rPr lang="en-GB" sz="2000" dirty="0"/>
                  <a:t>noise timetable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0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d>
                  </m:oMath>
                </a14:m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0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nl-N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nl-N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ad>
                            <m:radPr>
                              <m:degHide m:val="on"/>
                              <m:ctrlP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nl-N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nl-NL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NL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nl-N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nl-N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nl-N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083A5C3-C770-BE5D-E63B-15A05BCCA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850" y="3443366"/>
                <a:ext cx="5257800" cy="1124744"/>
              </a:xfrm>
              <a:prstGeom prst="rect">
                <a:avLst/>
              </a:prstGeom>
              <a:blipFill>
                <a:blip r:embed="rId12"/>
                <a:stretch>
                  <a:fillRect l="-1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8D2122B-9CBB-D8F2-D1B7-F3223E788A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1700" y="5218510"/>
                <a:ext cx="5257800" cy="68103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0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nl-NL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nl-NL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nl-NL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nl-N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nl-N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nl-NL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nl-N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 sz="2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nl-NL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NL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8D2122B-9CBB-D8F2-D1B7-F3223E788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218510"/>
                <a:ext cx="5257800" cy="68103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017872-7B7A-2012-6B75-A553A7CD36D1}"/>
              </a:ext>
            </a:extLst>
          </p:cNvPr>
          <p:cNvSpPr txBox="1">
            <a:spLocks/>
          </p:cNvSpPr>
          <p:nvPr/>
        </p:nvSpPr>
        <p:spPr>
          <a:xfrm>
            <a:off x="5981700" y="1986359"/>
            <a:ext cx="5257800" cy="871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Only last timestep influences current timestep</a:t>
            </a:r>
          </a:p>
        </p:txBody>
      </p:sp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BC2B469E-AEEF-126E-1BF8-E45D5A6C0F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71625" y="3544094"/>
            <a:ext cx="914400" cy="914400"/>
          </a:xfrm>
          <a:prstGeom prst="rect">
            <a:avLst/>
          </a:prstGeom>
        </p:spPr>
      </p:pic>
      <p:pic>
        <p:nvPicPr>
          <p:cNvPr id="13" name="Graphic 12" descr="Line arrow: Straight with solid fill">
            <a:extLst>
              <a:ext uri="{FF2B5EF4-FFF2-40B4-BE49-F238E27FC236}">
                <a16:creationId xmlns:a16="http://schemas.microsoft.com/office/drawing/2014/main" id="{4A7513F2-C6B7-1488-06AA-4B5CB7B19D9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71625" y="5213549"/>
            <a:ext cx="914400" cy="914400"/>
          </a:xfrm>
          <a:prstGeom prst="rect">
            <a:avLst/>
          </a:prstGeom>
        </p:spPr>
      </p:pic>
      <p:pic>
        <p:nvPicPr>
          <p:cNvPr id="15" name="Graphic 14" descr="Line arrow: Rotate right with solid fill">
            <a:extLst>
              <a:ext uri="{FF2B5EF4-FFF2-40B4-BE49-F238E27FC236}">
                <a16:creationId xmlns:a16="http://schemas.microsoft.com/office/drawing/2014/main" id="{F30C60CB-11E3-F3BC-670C-63E521C728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79244" y="1986359"/>
            <a:ext cx="914400" cy="914400"/>
          </a:xfrm>
          <a:prstGeom prst="rect">
            <a:avLst/>
          </a:prstGeom>
        </p:spPr>
      </p:pic>
      <p:sp>
        <p:nvSpPr>
          <p:cNvPr id="16" name="Footer Placeholder 13">
            <a:extLst>
              <a:ext uri="{FF2B5EF4-FFF2-40B4-BE49-F238E27FC236}">
                <a16:creationId xmlns:a16="http://schemas.microsoft.com/office/drawing/2014/main" id="{1FA339A5-FB83-FE92-A87B-BE2F9D98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9968821" cy="365125"/>
          </a:xfrm>
        </p:spPr>
        <p:txBody>
          <a:bodyPr/>
          <a:lstStyle/>
          <a:p>
            <a:pPr algn="l"/>
            <a:r>
              <a:rPr lang="en-GB" b="1" dirty="0"/>
              <a:t>1</a:t>
            </a:r>
            <a:r>
              <a:rPr lang="en-GB" dirty="0"/>
              <a:t>: J. Ho, et al. 2020. Denoising diffusion probabilistic models. Advances in neural information processing systems 33 (2020), 6840–6851.</a:t>
            </a:r>
          </a:p>
        </p:txBody>
      </p:sp>
    </p:spTree>
    <p:extLst>
      <p:ext uri="{BB962C8B-B14F-4D97-AF65-F5344CB8AC3E}">
        <p14:creationId xmlns:p14="http://schemas.microsoft.com/office/powerpoint/2010/main" val="346917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/>
      <p:bldP spid="8" grpId="0" build="p"/>
      <p:bldP spid="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7CC2-856D-8B8C-A110-333F6C7FD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is important for our noise?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2">
                <a:extLst>
                  <a:ext uri="{FF2B5EF4-FFF2-40B4-BE49-F238E27FC236}">
                    <a16:creationId xmlns:a16="http://schemas.microsoft.com/office/drawing/2014/main" id="{DC90CDCC-B8B5-99F2-40EE-547C0E8E954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10056600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6" name="Content Placeholder 2">
                <a:extLst>
                  <a:ext uri="{FF2B5EF4-FFF2-40B4-BE49-F238E27FC236}">
                    <a16:creationId xmlns:a16="http://schemas.microsoft.com/office/drawing/2014/main" id="{DC90CDCC-B8B5-99F2-40EE-547C0E8E954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10056600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4CCBB-05B5-1389-09B6-CE8B1089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226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E0CF-599E-799B-6060-1F722B98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Discrete DDPM (D3PM)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EE43B-F61E-5FBC-CCF5-F9386842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20</a:t>
            </a:fld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0D492F-DC2C-7FCF-26DF-D392776EEF53}"/>
              </a:ext>
            </a:extLst>
          </p:cNvPr>
          <p:cNvSpPr/>
          <p:nvPr/>
        </p:nvSpPr>
        <p:spPr>
          <a:xfrm>
            <a:off x="8334375" y="275953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E2A1CE-D90F-11E2-0C8D-EB227E439645}"/>
              </a:ext>
            </a:extLst>
          </p:cNvPr>
          <p:cNvSpPr/>
          <p:nvPr/>
        </p:nvSpPr>
        <p:spPr>
          <a:xfrm rot="20822963">
            <a:off x="9148107" y="412534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D0EC0D-092E-C744-91DF-4B8BC7A66E1D}"/>
              </a:ext>
            </a:extLst>
          </p:cNvPr>
          <p:cNvSpPr/>
          <p:nvPr/>
        </p:nvSpPr>
        <p:spPr>
          <a:xfrm>
            <a:off x="9961841" y="275953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52CDEF-4C0E-B2B0-563F-BA79E029111B}"/>
              </a:ext>
            </a:extLst>
          </p:cNvPr>
          <p:cNvCxnSpPr>
            <a:stCxn id="5" idx="5"/>
            <a:endCxn id="6" idx="0"/>
          </p:cNvCxnSpPr>
          <p:nvPr/>
        </p:nvCxnSpPr>
        <p:spPr>
          <a:xfrm>
            <a:off x="9114864" y="3540020"/>
            <a:ext cx="387979" cy="596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C0AB55-5ECC-585F-5273-B8AF165E12D8}"/>
              </a:ext>
            </a:extLst>
          </p:cNvPr>
          <p:cNvCxnSpPr>
            <a:stCxn id="6" idx="1"/>
            <a:endCxn id="5" idx="4"/>
          </p:cNvCxnSpPr>
          <p:nvPr/>
        </p:nvCxnSpPr>
        <p:spPr>
          <a:xfrm flipH="1" flipV="1">
            <a:off x="8791575" y="3673931"/>
            <a:ext cx="426214" cy="666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2066F4-4070-2B08-CAB2-5A9DD7F44E91}"/>
              </a:ext>
            </a:extLst>
          </p:cNvPr>
          <p:cNvCxnSpPr>
            <a:stCxn id="7" idx="2"/>
            <a:endCxn id="5" idx="6"/>
          </p:cNvCxnSpPr>
          <p:nvPr/>
        </p:nvCxnSpPr>
        <p:spPr>
          <a:xfrm flipH="1">
            <a:off x="9248775" y="3216731"/>
            <a:ext cx="713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79CAB8-1B83-D075-9396-F0192FAF5A6F}"/>
              </a:ext>
            </a:extLst>
          </p:cNvPr>
          <p:cNvCxnSpPr>
            <a:stCxn id="5" idx="7"/>
            <a:endCxn id="7" idx="1"/>
          </p:cNvCxnSpPr>
          <p:nvPr/>
        </p:nvCxnSpPr>
        <p:spPr>
          <a:xfrm>
            <a:off x="9114864" y="2893442"/>
            <a:ext cx="980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E126DB-3813-B5DE-0C9B-6E6E8E7D7F03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9847920" y="3540020"/>
            <a:ext cx="247832" cy="65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Graphic 48" descr="Star with solid fill">
            <a:extLst>
              <a:ext uri="{FF2B5EF4-FFF2-40B4-BE49-F238E27FC236}">
                <a16:creationId xmlns:a16="http://schemas.microsoft.com/office/drawing/2014/main" id="{62F95022-CDA3-B407-37B2-A8AD83BA4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651" y="2947646"/>
            <a:ext cx="543986" cy="543986"/>
          </a:xfrm>
          <a:prstGeom prst="rect">
            <a:avLst/>
          </a:prstGeom>
        </p:spPr>
      </p:pic>
      <p:pic>
        <p:nvPicPr>
          <p:cNvPr id="50" name="Graphic 49" descr="Heart with solid fill">
            <a:extLst>
              <a:ext uri="{FF2B5EF4-FFF2-40B4-BE49-F238E27FC236}">
                <a16:creationId xmlns:a16="http://schemas.microsoft.com/office/drawing/2014/main" id="{10CEE8EA-0C75-1AB5-CE3E-5F91F9FDC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5248" y="4339933"/>
            <a:ext cx="543986" cy="543986"/>
          </a:xfrm>
          <a:prstGeom prst="rect">
            <a:avLst/>
          </a:prstGeom>
        </p:spPr>
      </p:pic>
      <p:pic>
        <p:nvPicPr>
          <p:cNvPr id="51" name="Graphic 50" descr="Stop with solid fill">
            <a:extLst>
              <a:ext uri="{FF2B5EF4-FFF2-40B4-BE49-F238E27FC236}">
                <a16:creationId xmlns:a16="http://schemas.microsoft.com/office/drawing/2014/main" id="{2EEE3E37-0F81-F1AC-D701-250E6E5120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9680" y="3010278"/>
            <a:ext cx="418722" cy="418722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0AC744B-7B06-0833-9E16-3B199BBA346C}"/>
              </a:ext>
            </a:extLst>
          </p:cNvPr>
          <p:cNvCxnSpPr>
            <a:stCxn id="7" idx="4"/>
            <a:endCxn id="6" idx="6"/>
          </p:cNvCxnSpPr>
          <p:nvPr/>
        </p:nvCxnSpPr>
        <p:spPr>
          <a:xfrm flipH="1">
            <a:off x="10050877" y="3673931"/>
            <a:ext cx="368164" cy="8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Content Placeholder 2">
            <a:extLst>
              <a:ext uri="{FF2B5EF4-FFF2-40B4-BE49-F238E27FC236}">
                <a16:creationId xmlns:a16="http://schemas.microsoft.com/office/drawing/2014/main" id="{0EDE0160-5B85-1E26-72D6-69931FE4A5C4}"/>
              </a:ext>
            </a:extLst>
          </p:cNvPr>
          <p:cNvSpPr txBox="1">
            <a:spLocks/>
          </p:cNvSpPr>
          <p:nvPr/>
        </p:nvSpPr>
        <p:spPr>
          <a:xfrm>
            <a:off x="838201" y="1857375"/>
            <a:ext cx="64770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800" dirty="0"/>
              <a:t>Noise</a:t>
            </a:r>
            <a:r>
              <a:rPr lang="en-GB" dirty="0"/>
              <a:t>:</a:t>
            </a:r>
          </a:p>
          <a:p>
            <a:pPr marL="0" indent="0" algn="ctr">
              <a:buNone/>
            </a:pPr>
            <a:r>
              <a:rPr lang="en-GB" dirty="0"/>
              <a:t> chance of going from one category to another  </a:t>
            </a:r>
          </a:p>
        </p:txBody>
      </p:sp>
    </p:spTree>
    <p:extLst>
      <p:ext uri="{BB962C8B-B14F-4D97-AF65-F5344CB8AC3E}">
        <p14:creationId xmlns:p14="http://schemas.microsoft.com/office/powerpoint/2010/main" val="220368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E0CF-599E-799B-6060-1F722B98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Discrete DDPM (D3PM)</a:t>
            </a:r>
            <a:r>
              <a:rPr lang="en-GB" baseline="30000" dirty="0"/>
              <a:t>1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EE43B-F61E-5FBC-CCF5-F9386842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57" name="Content Placeholder 56">
            <a:extLst>
              <a:ext uri="{FF2B5EF4-FFF2-40B4-BE49-F238E27FC236}">
                <a16:creationId xmlns:a16="http://schemas.microsoft.com/office/drawing/2014/main" id="{AE605129-9A7A-7933-D957-A5E97EA04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703982"/>
              </p:ext>
            </p:extLst>
          </p:nvPr>
        </p:nvGraphicFramePr>
        <p:xfrm>
          <a:off x="8675400" y="2688165"/>
          <a:ext cx="2678400" cy="2670708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669600">
                  <a:extLst>
                    <a:ext uri="{9D8B030D-6E8A-4147-A177-3AD203B41FA5}">
                      <a16:colId xmlns:a16="http://schemas.microsoft.com/office/drawing/2014/main" val="2547432700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1951305457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1584749695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2303640656"/>
                    </a:ext>
                  </a:extLst>
                </a:gridCol>
              </a:tblGrid>
              <a:tr h="66767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956551"/>
                  </a:ext>
                </a:extLst>
              </a:tr>
              <a:tr h="66767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97537"/>
                  </a:ext>
                </a:extLst>
              </a:tr>
              <a:tr h="66767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353635"/>
                  </a:ext>
                </a:extLst>
              </a:tr>
              <a:tr h="66767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855064"/>
                  </a:ext>
                </a:extLst>
              </a:tr>
            </a:tbl>
          </a:graphicData>
        </a:graphic>
      </p:graphicFrame>
      <p:pic>
        <p:nvPicPr>
          <p:cNvPr id="58" name="Graphic 57" descr="Star with solid fill">
            <a:extLst>
              <a:ext uri="{FF2B5EF4-FFF2-40B4-BE49-F238E27FC236}">
                <a16:creationId xmlns:a16="http://schemas.microsoft.com/office/drawing/2014/main" id="{632E1895-0779-DDCD-74E4-A3B6F2D14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4090" y="2765283"/>
            <a:ext cx="543986" cy="543986"/>
          </a:xfrm>
          <a:prstGeom prst="rect">
            <a:avLst/>
          </a:prstGeom>
        </p:spPr>
      </p:pic>
      <p:pic>
        <p:nvPicPr>
          <p:cNvPr id="59" name="Graphic 58" descr="Star with solid fill">
            <a:extLst>
              <a:ext uri="{FF2B5EF4-FFF2-40B4-BE49-F238E27FC236}">
                <a16:creationId xmlns:a16="http://schemas.microsoft.com/office/drawing/2014/main" id="{DEFAE507-831F-22E1-5AD3-EC06603B0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44639" y="3396247"/>
            <a:ext cx="543986" cy="543986"/>
          </a:xfrm>
          <a:prstGeom prst="rect">
            <a:avLst/>
          </a:prstGeom>
        </p:spPr>
      </p:pic>
      <p:pic>
        <p:nvPicPr>
          <p:cNvPr id="60" name="Graphic 59" descr="Stop with solid fill">
            <a:extLst>
              <a:ext uri="{FF2B5EF4-FFF2-40B4-BE49-F238E27FC236}">
                <a16:creationId xmlns:a16="http://schemas.microsoft.com/office/drawing/2014/main" id="{725112A6-2FE4-BFBD-3A6E-9F84FEF478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39081" y="2831454"/>
            <a:ext cx="418722" cy="418722"/>
          </a:xfrm>
          <a:prstGeom prst="rect">
            <a:avLst/>
          </a:prstGeom>
        </p:spPr>
      </p:pic>
      <p:pic>
        <p:nvPicPr>
          <p:cNvPr id="61" name="Graphic 60" descr="Stop with solid fill">
            <a:extLst>
              <a:ext uri="{FF2B5EF4-FFF2-40B4-BE49-F238E27FC236}">
                <a16:creationId xmlns:a16="http://schemas.microsoft.com/office/drawing/2014/main" id="{D7BE7CBE-3D41-3E68-1E3B-52500BEE26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07271" y="4152513"/>
            <a:ext cx="418722" cy="418722"/>
          </a:xfrm>
          <a:prstGeom prst="rect">
            <a:avLst/>
          </a:prstGeom>
        </p:spPr>
      </p:pic>
      <p:pic>
        <p:nvPicPr>
          <p:cNvPr id="62" name="Graphic 61" descr="Heart with solid fill">
            <a:extLst>
              <a:ext uri="{FF2B5EF4-FFF2-40B4-BE49-F238E27FC236}">
                <a16:creationId xmlns:a16="http://schemas.microsoft.com/office/drawing/2014/main" id="{2533F5D9-B82A-72E7-DBC9-72A362FF10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48808" y="2775332"/>
            <a:ext cx="543986" cy="543986"/>
          </a:xfrm>
          <a:prstGeom prst="rect">
            <a:avLst/>
          </a:prstGeom>
        </p:spPr>
      </p:pic>
      <p:pic>
        <p:nvPicPr>
          <p:cNvPr id="63" name="Graphic 62" descr="Heart with solid fill">
            <a:extLst>
              <a:ext uri="{FF2B5EF4-FFF2-40B4-BE49-F238E27FC236}">
                <a16:creationId xmlns:a16="http://schemas.microsoft.com/office/drawing/2014/main" id="{BC9885B7-4F10-5024-B4A1-0DF90B84BE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4639" y="4783515"/>
            <a:ext cx="543986" cy="543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ontent Placeholder 2">
                <a:extLst>
                  <a:ext uri="{FF2B5EF4-FFF2-40B4-BE49-F238E27FC236}">
                    <a16:creationId xmlns:a16="http://schemas.microsoft.com/office/drawing/2014/main" id="{0EDE0160-5B85-1E26-72D6-69931FE4A5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7571501" cy="43513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Transition matrix for each timestep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nl-NL" dirty="0" err="1"/>
                  <a:t>Rewrite</a:t>
                </a:r>
                <a:r>
                  <a:rPr lang="nl-NL" dirty="0"/>
                  <a:t> </a:t>
                </a:r>
                <a:r>
                  <a:rPr lang="nl-NL" dirty="0" err="1"/>
                  <a:t>it</a:t>
                </a:r>
                <a:r>
                  <a:rPr lang="nl-NL" dirty="0"/>
                  <a:t> as</a:t>
                </a:r>
                <a:endParaRPr lang="en-GB" dirty="0"/>
              </a:p>
              <a:p>
                <a:pPr lvl="1"/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Cat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Quickly find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>
                        <a:latin typeface="Cambria Math" panose="02040503050406030204" pitchFamily="18" charset="0"/>
                      </a:rPr>
                      <m:t>Cat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nl-NL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</m:acc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acc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i="1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>
                        <a:latin typeface="Cambria Math" panose="02040503050406030204" pitchFamily="18" charset="0"/>
                      </a:rPr>
                      <m:t>Cat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nl-NL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nl-NL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nl-NL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⊙</m:t>
                            </m:r>
                            <m:sSub>
                              <m:sSub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nl-NL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nl-NL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NL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7" name="Content Placeholder 2">
                <a:extLst>
                  <a:ext uri="{FF2B5EF4-FFF2-40B4-BE49-F238E27FC236}">
                    <a16:creationId xmlns:a16="http://schemas.microsoft.com/office/drawing/2014/main" id="{0EDE0160-5B85-1E26-72D6-69931FE4A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7571501" cy="4351338"/>
              </a:xfrm>
              <a:prstGeom prst="rect">
                <a:avLst/>
              </a:prstGeom>
              <a:blipFill>
                <a:blip r:embed="rId9"/>
                <a:stretch>
                  <a:fillRect l="-11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13">
            <a:extLst>
              <a:ext uri="{FF2B5EF4-FFF2-40B4-BE49-F238E27FC236}">
                <a16:creationId xmlns:a16="http://schemas.microsoft.com/office/drawing/2014/main" id="{D596628D-11E3-85C1-E843-944748C8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9968821" cy="365125"/>
          </a:xfrm>
        </p:spPr>
        <p:txBody>
          <a:bodyPr/>
          <a:lstStyle/>
          <a:p>
            <a:pPr algn="l"/>
            <a:r>
              <a:rPr lang="en-GB" b="1" dirty="0"/>
              <a:t>1</a:t>
            </a:r>
            <a:r>
              <a:rPr lang="en-GB" dirty="0"/>
              <a:t>: J. Austin, et al. 2021. Structured denoising diffusion models in discrete state-spaces. Advances in Neural Information Processing Systems 34 (2021), 17981–17993.</a:t>
            </a:r>
          </a:p>
        </p:txBody>
      </p:sp>
    </p:spTree>
    <p:extLst>
      <p:ext uri="{BB962C8B-B14F-4D97-AF65-F5344CB8AC3E}">
        <p14:creationId xmlns:p14="http://schemas.microsoft.com/office/powerpoint/2010/main" val="137740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EE43B-F61E-5FBC-CCF5-F9386842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22</a:t>
            </a:fld>
            <a:endParaRPr lang="en-GB"/>
          </a:p>
        </p:txBody>
      </p:sp>
      <p:graphicFrame>
        <p:nvGraphicFramePr>
          <p:cNvPr id="57" name="Content Placeholder 56">
            <a:extLst>
              <a:ext uri="{FF2B5EF4-FFF2-40B4-BE49-F238E27FC236}">
                <a16:creationId xmlns:a16="http://schemas.microsoft.com/office/drawing/2014/main" id="{AE605129-9A7A-7933-D957-A5E97EA04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615607"/>
              </p:ext>
            </p:extLst>
          </p:nvPr>
        </p:nvGraphicFramePr>
        <p:xfrm>
          <a:off x="1732979" y="985489"/>
          <a:ext cx="2678400" cy="2670708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669600">
                  <a:extLst>
                    <a:ext uri="{9D8B030D-6E8A-4147-A177-3AD203B41FA5}">
                      <a16:colId xmlns:a16="http://schemas.microsoft.com/office/drawing/2014/main" val="2547432700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1951305457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1584749695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2303640656"/>
                    </a:ext>
                  </a:extLst>
                </a:gridCol>
              </a:tblGrid>
              <a:tr h="66767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956551"/>
                  </a:ext>
                </a:extLst>
              </a:tr>
              <a:tr h="66767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97537"/>
                  </a:ext>
                </a:extLst>
              </a:tr>
              <a:tr h="66767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353635"/>
                  </a:ext>
                </a:extLst>
              </a:tr>
              <a:tr h="66767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855064"/>
                  </a:ext>
                </a:extLst>
              </a:tr>
            </a:tbl>
          </a:graphicData>
        </a:graphic>
      </p:graphicFrame>
      <p:pic>
        <p:nvPicPr>
          <p:cNvPr id="58" name="Graphic 57" descr="Star with solid fill">
            <a:extLst>
              <a:ext uri="{FF2B5EF4-FFF2-40B4-BE49-F238E27FC236}">
                <a16:creationId xmlns:a16="http://schemas.microsoft.com/office/drawing/2014/main" id="{632E1895-0779-DDCD-74E4-A3B6F2D14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669" y="1072132"/>
            <a:ext cx="543986" cy="543986"/>
          </a:xfrm>
          <a:prstGeom prst="rect">
            <a:avLst/>
          </a:prstGeom>
        </p:spPr>
      </p:pic>
      <p:pic>
        <p:nvPicPr>
          <p:cNvPr id="59" name="Graphic 58" descr="Star with solid fill">
            <a:extLst>
              <a:ext uri="{FF2B5EF4-FFF2-40B4-BE49-F238E27FC236}">
                <a16:creationId xmlns:a16="http://schemas.microsoft.com/office/drawing/2014/main" id="{DEFAE507-831F-22E1-5AD3-EC06603B0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2218" y="1703096"/>
            <a:ext cx="543986" cy="543986"/>
          </a:xfrm>
          <a:prstGeom prst="rect">
            <a:avLst/>
          </a:prstGeom>
        </p:spPr>
      </p:pic>
      <p:pic>
        <p:nvPicPr>
          <p:cNvPr id="60" name="Graphic 59" descr="Stop with solid fill">
            <a:extLst>
              <a:ext uri="{FF2B5EF4-FFF2-40B4-BE49-F238E27FC236}">
                <a16:creationId xmlns:a16="http://schemas.microsoft.com/office/drawing/2014/main" id="{725112A6-2FE4-BFBD-3A6E-9F84FEF478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6660" y="1166878"/>
            <a:ext cx="418722" cy="418722"/>
          </a:xfrm>
          <a:prstGeom prst="rect">
            <a:avLst/>
          </a:prstGeom>
        </p:spPr>
      </p:pic>
      <p:pic>
        <p:nvPicPr>
          <p:cNvPr id="61" name="Graphic 60" descr="Stop with solid fill">
            <a:extLst>
              <a:ext uri="{FF2B5EF4-FFF2-40B4-BE49-F238E27FC236}">
                <a16:creationId xmlns:a16="http://schemas.microsoft.com/office/drawing/2014/main" id="{D7BE7CBE-3D41-3E68-1E3B-52500BEE26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4850" y="2478412"/>
            <a:ext cx="418722" cy="418722"/>
          </a:xfrm>
          <a:prstGeom prst="rect">
            <a:avLst/>
          </a:prstGeom>
        </p:spPr>
      </p:pic>
      <p:pic>
        <p:nvPicPr>
          <p:cNvPr id="62" name="Graphic 61" descr="Heart with solid fill">
            <a:extLst>
              <a:ext uri="{FF2B5EF4-FFF2-40B4-BE49-F238E27FC236}">
                <a16:creationId xmlns:a16="http://schemas.microsoft.com/office/drawing/2014/main" id="{2533F5D9-B82A-72E7-DBC9-72A362FF10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06387" y="1101231"/>
            <a:ext cx="543986" cy="543986"/>
          </a:xfrm>
          <a:prstGeom prst="rect">
            <a:avLst/>
          </a:prstGeom>
        </p:spPr>
      </p:pic>
      <p:pic>
        <p:nvPicPr>
          <p:cNvPr id="63" name="Graphic 62" descr="Heart with solid fill">
            <a:extLst>
              <a:ext uri="{FF2B5EF4-FFF2-40B4-BE49-F238E27FC236}">
                <a16:creationId xmlns:a16="http://schemas.microsoft.com/office/drawing/2014/main" id="{BC9885B7-4F10-5024-B4A1-0DF90B84BE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2218" y="3071314"/>
            <a:ext cx="543986" cy="543986"/>
          </a:xfrm>
          <a:prstGeom prst="rect">
            <a:avLst/>
          </a:prstGeom>
        </p:spPr>
      </p:pic>
      <p:graphicFrame>
        <p:nvGraphicFramePr>
          <p:cNvPr id="68" name="Content Placeholder 56">
            <a:extLst>
              <a:ext uri="{FF2B5EF4-FFF2-40B4-BE49-F238E27FC236}">
                <a16:creationId xmlns:a16="http://schemas.microsoft.com/office/drawing/2014/main" id="{7836EB00-170E-C8C7-1FF3-D33D1FA25D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351858"/>
              </p:ext>
            </p:extLst>
          </p:nvPr>
        </p:nvGraphicFramePr>
        <p:xfrm>
          <a:off x="7191134" y="985489"/>
          <a:ext cx="3086630" cy="3060915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618171">
                  <a:extLst>
                    <a:ext uri="{9D8B030D-6E8A-4147-A177-3AD203B41FA5}">
                      <a16:colId xmlns:a16="http://schemas.microsoft.com/office/drawing/2014/main" val="2547432700"/>
                    </a:ext>
                  </a:extLst>
                </a:gridCol>
                <a:gridCol w="618171">
                  <a:extLst>
                    <a:ext uri="{9D8B030D-6E8A-4147-A177-3AD203B41FA5}">
                      <a16:colId xmlns:a16="http://schemas.microsoft.com/office/drawing/2014/main" val="1951305457"/>
                    </a:ext>
                  </a:extLst>
                </a:gridCol>
                <a:gridCol w="618171">
                  <a:extLst>
                    <a:ext uri="{9D8B030D-6E8A-4147-A177-3AD203B41FA5}">
                      <a16:colId xmlns:a16="http://schemas.microsoft.com/office/drawing/2014/main" val="1584749695"/>
                    </a:ext>
                  </a:extLst>
                </a:gridCol>
                <a:gridCol w="618171">
                  <a:extLst>
                    <a:ext uri="{9D8B030D-6E8A-4147-A177-3AD203B41FA5}">
                      <a16:colId xmlns:a16="http://schemas.microsoft.com/office/drawing/2014/main" val="2303640656"/>
                    </a:ext>
                  </a:extLst>
                </a:gridCol>
                <a:gridCol w="613946">
                  <a:extLst>
                    <a:ext uri="{9D8B030D-6E8A-4147-A177-3AD203B41FA5}">
                      <a16:colId xmlns:a16="http://schemas.microsoft.com/office/drawing/2014/main" val="885117709"/>
                    </a:ext>
                  </a:extLst>
                </a:gridCol>
              </a:tblGrid>
              <a:tr h="612183">
                <a:tc>
                  <a:txBody>
                    <a:bodyPr/>
                    <a:lstStyle/>
                    <a:p>
                      <a:endParaRPr lang="en-GB" sz="1700" dirty="0"/>
                    </a:p>
                  </a:txBody>
                  <a:tcPr marL="83840" marR="83840" marT="41920" marB="419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700" dirty="0"/>
                    </a:p>
                  </a:txBody>
                  <a:tcPr marL="83840" marR="83840" marT="41920" marB="419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700" dirty="0"/>
                    </a:p>
                  </a:txBody>
                  <a:tcPr marL="83840" marR="83840" marT="41920" marB="419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700" dirty="0"/>
                    </a:p>
                  </a:txBody>
                  <a:tcPr marL="83840" marR="83840" marT="41920" marB="419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b="1" dirty="0"/>
                        <a:t>#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956551"/>
                  </a:ext>
                </a:extLst>
              </a:tr>
              <a:tr h="612183">
                <a:tc>
                  <a:txBody>
                    <a:bodyPr/>
                    <a:lstStyle/>
                    <a:p>
                      <a:endParaRPr lang="en-GB" sz="1700" dirty="0"/>
                    </a:p>
                  </a:txBody>
                  <a:tcPr marL="83840" marR="83840" marT="41920" marB="419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0.6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0.4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97537"/>
                  </a:ext>
                </a:extLst>
              </a:tr>
              <a:tr h="612183">
                <a:tc>
                  <a:txBody>
                    <a:bodyPr/>
                    <a:lstStyle/>
                    <a:p>
                      <a:endParaRPr lang="en-GB" sz="1700" dirty="0"/>
                    </a:p>
                  </a:txBody>
                  <a:tcPr marL="83840" marR="83840" marT="41920" marB="419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0.6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0.4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353635"/>
                  </a:ext>
                </a:extLst>
              </a:tr>
              <a:tr h="612183">
                <a:tc>
                  <a:txBody>
                    <a:bodyPr/>
                    <a:lstStyle/>
                    <a:p>
                      <a:endParaRPr lang="en-GB" sz="1700" dirty="0"/>
                    </a:p>
                  </a:txBody>
                  <a:tcPr marL="83840" marR="83840" marT="41920" marB="419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0.6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0.4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855064"/>
                  </a:ext>
                </a:extLst>
              </a:tr>
              <a:tr h="6121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0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dirty="0"/>
                        <a:t>1</a:t>
                      </a:r>
                    </a:p>
                  </a:txBody>
                  <a:tcPr marL="83840" marR="83840" marT="41920" marB="419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680300"/>
                  </a:ext>
                </a:extLst>
              </a:tr>
            </a:tbl>
          </a:graphicData>
        </a:graphic>
      </p:graphicFrame>
      <p:pic>
        <p:nvPicPr>
          <p:cNvPr id="69" name="Graphic 68" descr="Star with solid fill">
            <a:extLst>
              <a:ext uri="{FF2B5EF4-FFF2-40B4-BE49-F238E27FC236}">
                <a16:creationId xmlns:a16="http://schemas.microsoft.com/office/drawing/2014/main" id="{FC42E924-E256-D82D-3897-1A0CA4DCD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202" y="1053081"/>
            <a:ext cx="498773" cy="498773"/>
          </a:xfrm>
          <a:prstGeom prst="rect">
            <a:avLst/>
          </a:prstGeom>
        </p:spPr>
      </p:pic>
      <p:pic>
        <p:nvPicPr>
          <p:cNvPr id="70" name="Graphic 69" descr="Star with solid fill">
            <a:extLst>
              <a:ext uri="{FF2B5EF4-FFF2-40B4-BE49-F238E27FC236}">
                <a16:creationId xmlns:a16="http://schemas.microsoft.com/office/drawing/2014/main" id="{9C9C5D29-4FF9-D2E1-1817-2A9D423DA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0376" y="1664995"/>
            <a:ext cx="498773" cy="498773"/>
          </a:xfrm>
          <a:prstGeom prst="rect">
            <a:avLst/>
          </a:prstGeom>
        </p:spPr>
      </p:pic>
      <p:pic>
        <p:nvPicPr>
          <p:cNvPr id="71" name="Graphic 70" descr="Stop with solid fill">
            <a:extLst>
              <a:ext uri="{FF2B5EF4-FFF2-40B4-BE49-F238E27FC236}">
                <a16:creationId xmlns:a16="http://schemas.microsoft.com/office/drawing/2014/main" id="{5EE4A431-87DC-25A8-99DB-B3EB64D4C2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1468" y="1128777"/>
            <a:ext cx="383920" cy="383920"/>
          </a:xfrm>
          <a:prstGeom prst="rect">
            <a:avLst/>
          </a:prstGeom>
        </p:spPr>
      </p:pic>
      <p:pic>
        <p:nvPicPr>
          <p:cNvPr id="72" name="Graphic 71" descr="Stop with solid fill">
            <a:extLst>
              <a:ext uri="{FF2B5EF4-FFF2-40B4-BE49-F238E27FC236}">
                <a16:creationId xmlns:a16="http://schemas.microsoft.com/office/drawing/2014/main" id="{61B46034-6027-FAD5-ABCA-9323F2014E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008" y="2345061"/>
            <a:ext cx="383920" cy="383920"/>
          </a:xfrm>
          <a:prstGeom prst="rect">
            <a:avLst/>
          </a:prstGeom>
        </p:spPr>
      </p:pic>
      <p:pic>
        <p:nvPicPr>
          <p:cNvPr id="73" name="Graphic 72" descr="Heart with solid fill">
            <a:extLst>
              <a:ext uri="{FF2B5EF4-FFF2-40B4-BE49-F238E27FC236}">
                <a16:creationId xmlns:a16="http://schemas.microsoft.com/office/drawing/2014/main" id="{C7B9C5E2-77EA-8318-D419-EF23C837BC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31195" y="1072655"/>
            <a:ext cx="498773" cy="498773"/>
          </a:xfrm>
          <a:prstGeom prst="rect">
            <a:avLst/>
          </a:prstGeom>
        </p:spPr>
      </p:pic>
      <p:pic>
        <p:nvPicPr>
          <p:cNvPr id="74" name="Graphic 73" descr="Heart with solid fill">
            <a:extLst>
              <a:ext uri="{FF2B5EF4-FFF2-40B4-BE49-F238E27FC236}">
                <a16:creationId xmlns:a16="http://schemas.microsoft.com/office/drawing/2014/main" id="{E2C8E7F0-7EA5-06DB-4673-3B7008F243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0376" y="2937963"/>
            <a:ext cx="498773" cy="498773"/>
          </a:xfrm>
          <a:prstGeom prst="rect">
            <a:avLst/>
          </a:prstGeom>
        </p:spPr>
      </p:pic>
      <p:pic>
        <p:nvPicPr>
          <p:cNvPr id="10" name="Graphic 9" descr="Star with solid fill">
            <a:extLst>
              <a:ext uri="{FF2B5EF4-FFF2-40B4-BE49-F238E27FC236}">
                <a16:creationId xmlns:a16="http://schemas.microsoft.com/office/drawing/2014/main" id="{32FAB739-7221-8C4D-218E-D91F550EA5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0274" y="4009096"/>
            <a:ext cx="543986" cy="543986"/>
          </a:xfrm>
          <a:prstGeom prst="rect">
            <a:avLst/>
          </a:prstGeom>
        </p:spPr>
      </p:pic>
      <p:pic>
        <p:nvPicPr>
          <p:cNvPr id="12" name="Graphic 11" descr="Stop with solid fill">
            <a:extLst>
              <a:ext uri="{FF2B5EF4-FFF2-40B4-BE49-F238E27FC236}">
                <a16:creationId xmlns:a16="http://schemas.microsoft.com/office/drawing/2014/main" id="{2EA34533-56A0-0627-AE99-008EF450CC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74260" y="4071728"/>
            <a:ext cx="418722" cy="418722"/>
          </a:xfrm>
          <a:prstGeom prst="rect">
            <a:avLst/>
          </a:prstGeom>
        </p:spPr>
      </p:pic>
      <p:pic>
        <p:nvPicPr>
          <p:cNvPr id="13" name="Graphic 12" descr="Heart with solid fill">
            <a:extLst>
              <a:ext uri="{FF2B5EF4-FFF2-40B4-BE49-F238E27FC236}">
                <a16:creationId xmlns:a16="http://schemas.microsoft.com/office/drawing/2014/main" id="{D7FF73BE-6CE1-564E-8692-8B201AF903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56270" y="4009096"/>
            <a:ext cx="543986" cy="543986"/>
          </a:xfrm>
          <a:prstGeom prst="rect">
            <a:avLst/>
          </a:prstGeom>
        </p:spPr>
      </p:pic>
      <p:pic>
        <p:nvPicPr>
          <p:cNvPr id="20" name="Graphic 19" descr="Star with solid fill">
            <a:extLst>
              <a:ext uri="{FF2B5EF4-FFF2-40B4-BE49-F238E27FC236}">
                <a16:creationId xmlns:a16="http://schemas.microsoft.com/office/drawing/2014/main" id="{6DD80DCD-5229-6FB5-FAD0-1F28DBBB5D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55980" y="4009096"/>
            <a:ext cx="543986" cy="543986"/>
          </a:xfrm>
          <a:prstGeom prst="rect">
            <a:avLst/>
          </a:prstGeom>
        </p:spPr>
      </p:pic>
      <p:pic>
        <p:nvPicPr>
          <p:cNvPr id="21" name="Graphic 20" descr="Stop with solid fill">
            <a:extLst>
              <a:ext uri="{FF2B5EF4-FFF2-40B4-BE49-F238E27FC236}">
                <a16:creationId xmlns:a16="http://schemas.microsoft.com/office/drawing/2014/main" id="{931E2D24-3195-4FC5-A933-EEC7092AE9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9966" y="4071728"/>
            <a:ext cx="418722" cy="418722"/>
          </a:xfrm>
          <a:prstGeom prst="rect">
            <a:avLst/>
          </a:prstGeom>
        </p:spPr>
      </p:pic>
      <p:pic>
        <p:nvPicPr>
          <p:cNvPr id="22" name="Graphic 21" descr="Heart with solid fill">
            <a:extLst>
              <a:ext uri="{FF2B5EF4-FFF2-40B4-BE49-F238E27FC236}">
                <a16:creationId xmlns:a16="http://schemas.microsoft.com/office/drawing/2014/main" id="{F944664F-D448-13BD-792F-6AFF1236D8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81976" y="4009096"/>
            <a:ext cx="543986" cy="543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0D4DFB6-DED5-E798-FDB7-BC061505FA1D}"/>
                  </a:ext>
                </a:extLst>
              </p:cNvPr>
              <p:cNvSpPr txBox="1"/>
              <p:nvPr/>
            </p:nvSpPr>
            <p:spPr>
              <a:xfrm>
                <a:off x="1159731" y="4096423"/>
                <a:ext cx="5590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0D4DFB6-DED5-E798-FDB7-BC061505F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731" y="4096423"/>
                <a:ext cx="559077" cy="369332"/>
              </a:xfrm>
              <a:prstGeom prst="rect">
                <a:avLst/>
              </a:prstGeom>
              <a:blipFill>
                <a:blip r:embed="rId15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Graphic 32" descr="Star with solid fill">
            <a:extLst>
              <a:ext uri="{FF2B5EF4-FFF2-40B4-BE49-F238E27FC236}">
                <a16:creationId xmlns:a16="http://schemas.microsoft.com/office/drawing/2014/main" id="{91C4FCBD-AC01-18A9-FEE9-6B4C9ADAA2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52412" y="4882466"/>
            <a:ext cx="543986" cy="543986"/>
          </a:xfrm>
          <a:prstGeom prst="rect">
            <a:avLst/>
          </a:prstGeom>
        </p:spPr>
      </p:pic>
      <p:pic>
        <p:nvPicPr>
          <p:cNvPr id="35" name="Graphic 34" descr="Heart with solid fill">
            <a:extLst>
              <a:ext uri="{FF2B5EF4-FFF2-40B4-BE49-F238E27FC236}">
                <a16:creationId xmlns:a16="http://schemas.microsoft.com/office/drawing/2014/main" id="{419E7A44-EB1D-D06A-4566-BB10F776085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78408" y="4882466"/>
            <a:ext cx="543986" cy="543986"/>
          </a:xfrm>
          <a:prstGeom prst="rect">
            <a:avLst/>
          </a:prstGeom>
        </p:spPr>
      </p:pic>
      <p:pic>
        <p:nvPicPr>
          <p:cNvPr id="36" name="Graphic 35" descr="Star with solid fill">
            <a:extLst>
              <a:ext uri="{FF2B5EF4-FFF2-40B4-BE49-F238E27FC236}">
                <a16:creationId xmlns:a16="http://schemas.microsoft.com/office/drawing/2014/main" id="{6D94ABDC-924E-8F89-315B-980D89B6D8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78118" y="4882466"/>
            <a:ext cx="543986" cy="543986"/>
          </a:xfrm>
          <a:prstGeom prst="rect">
            <a:avLst/>
          </a:prstGeom>
        </p:spPr>
      </p:pic>
      <p:pic>
        <p:nvPicPr>
          <p:cNvPr id="37" name="Graphic 36" descr="Stop with solid fill">
            <a:extLst>
              <a:ext uri="{FF2B5EF4-FFF2-40B4-BE49-F238E27FC236}">
                <a16:creationId xmlns:a16="http://schemas.microsoft.com/office/drawing/2014/main" id="{BEEC6AB7-6722-978E-469D-CFB0BEDE36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2104" y="4945098"/>
            <a:ext cx="418722" cy="418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78F555-42A0-0DFF-B9CF-11902C57C7B2}"/>
                  </a:ext>
                </a:extLst>
              </p:cNvPr>
              <p:cNvSpPr txBox="1"/>
              <p:nvPr/>
            </p:nvSpPr>
            <p:spPr>
              <a:xfrm>
                <a:off x="1181869" y="4969793"/>
                <a:ext cx="5590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78F555-42A0-0DFF-B9CF-11902C57C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869" y="4969793"/>
                <a:ext cx="559077" cy="369332"/>
              </a:xfrm>
              <a:prstGeom prst="rect">
                <a:avLst/>
              </a:prstGeom>
              <a:blipFill>
                <a:blip r:embed="rId16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Graphic 39" descr="Star with solid fill">
            <a:extLst>
              <a:ext uri="{FF2B5EF4-FFF2-40B4-BE49-F238E27FC236}">
                <a16:creationId xmlns:a16="http://schemas.microsoft.com/office/drawing/2014/main" id="{8BC17A2E-4BFE-9B4D-5717-5CBD8C8CFE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5454" y="4882466"/>
            <a:ext cx="543986" cy="543986"/>
          </a:xfrm>
          <a:prstGeom prst="rect">
            <a:avLst/>
          </a:prstGeom>
        </p:spPr>
      </p:pic>
      <p:pic>
        <p:nvPicPr>
          <p:cNvPr id="41" name="Graphic 40" descr="Stop with solid fill">
            <a:extLst>
              <a:ext uri="{FF2B5EF4-FFF2-40B4-BE49-F238E27FC236}">
                <a16:creationId xmlns:a16="http://schemas.microsoft.com/office/drawing/2014/main" id="{9E2A756E-952E-26CA-AA46-D0D565DC4F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52315" y="4945098"/>
            <a:ext cx="418722" cy="418722"/>
          </a:xfrm>
          <a:prstGeom prst="rect">
            <a:avLst/>
          </a:prstGeom>
        </p:spPr>
      </p:pic>
      <p:pic>
        <p:nvPicPr>
          <p:cNvPr id="42" name="Graphic 41" descr="Star with solid fill">
            <a:extLst>
              <a:ext uri="{FF2B5EF4-FFF2-40B4-BE49-F238E27FC236}">
                <a16:creationId xmlns:a16="http://schemas.microsoft.com/office/drawing/2014/main" id="{CF7B092B-10E0-EC32-67BF-89E8763FA0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52412" y="5725845"/>
            <a:ext cx="543986" cy="543986"/>
          </a:xfrm>
          <a:prstGeom prst="rect">
            <a:avLst/>
          </a:prstGeom>
        </p:spPr>
      </p:pic>
      <p:pic>
        <p:nvPicPr>
          <p:cNvPr id="43" name="Graphic 42" descr="Heart with solid fill">
            <a:extLst>
              <a:ext uri="{FF2B5EF4-FFF2-40B4-BE49-F238E27FC236}">
                <a16:creationId xmlns:a16="http://schemas.microsoft.com/office/drawing/2014/main" id="{F3302246-E7AA-5B0A-7D1E-F08D9B9BC94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78408" y="5725845"/>
            <a:ext cx="543986" cy="543986"/>
          </a:xfrm>
          <a:prstGeom prst="rect">
            <a:avLst/>
          </a:prstGeom>
        </p:spPr>
      </p:pic>
      <p:pic>
        <p:nvPicPr>
          <p:cNvPr id="45" name="Graphic 44" descr="Stop with solid fill">
            <a:extLst>
              <a:ext uri="{FF2B5EF4-FFF2-40B4-BE49-F238E27FC236}">
                <a16:creationId xmlns:a16="http://schemas.microsoft.com/office/drawing/2014/main" id="{70F1D184-4FD9-F62F-E0BF-5D404861EF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2104" y="5788477"/>
            <a:ext cx="418722" cy="418722"/>
          </a:xfrm>
          <a:prstGeom prst="rect">
            <a:avLst/>
          </a:prstGeom>
        </p:spPr>
      </p:pic>
      <p:pic>
        <p:nvPicPr>
          <p:cNvPr id="47" name="Graphic 46" descr="Stop with solid fill">
            <a:extLst>
              <a:ext uri="{FF2B5EF4-FFF2-40B4-BE49-F238E27FC236}">
                <a16:creationId xmlns:a16="http://schemas.microsoft.com/office/drawing/2014/main" id="{E6D36146-BAFD-6447-B876-838A749306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52315" y="5788477"/>
            <a:ext cx="418722" cy="418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EA5905-108E-557A-59C0-4223CBD35D21}"/>
                  </a:ext>
                </a:extLst>
              </p:cNvPr>
              <p:cNvSpPr txBox="1"/>
              <p:nvPr/>
            </p:nvSpPr>
            <p:spPr>
              <a:xfrm>
                <a:off x="980092" y="5813172"/>
                <a:ext cx="7949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EA5905-108E-557A-59C0-4223CBD35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92" y="5813172"/>
                <a:ext cx="794915" cy="369332"/>
              </a:xfrm>
              <a:prstGeom prst="rect">
                <a:avLst/>
              </a:prstGeom>
              <a:blipFill>
                <a:blip r:embed="rId17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E86BF18-137A-3748-D896-BE021BA786C2}"/>
              </a:ext>
            </a:extLst>
          </p:cNvPr>
          <p:cNvCxnSpPr>
            <a:cxnSpLocks/>
          </p:cNvCxnSpPr>
          <p:nvPr/>
        </p:nvCxnSpPr>
        <p:spPr>
          <a:xfrm>
            <a:off x="3078118" y="4556628"/>
            <a:ext cx="0" cy="3995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BD2A1EC-6DDC-0492-803F-80DC8395BD2A}"/>
              </a:ext>
            </a:extLst>
          </p:cNvPr>
          <p:cNvCxnSpPr>
            <a:cxnSpLocks/>
          </p:cNvCxnSpPr>
          <p:nvPr/>
        </p:nvCxnSpPr>
        <p:spPr>
          <a:xfrm>
            <a:off x="3078118" y="5419949"/>
            <a:ext cx="0" cy="3995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4" name="Graphic 83" descr="Star with solid fill">
            <a:extLst>
              <a:ext uri="{FF2B5EF4-FFF2-40B4-BE49-F238E27FC236}">
                <a16:creationId xmlns:a16="http://schemas.microsoft.com/office/drawing/2014/main" id="{66AFD89E-94BF-5482-8547-0DB490762F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3053" y="4211163"/>
            <a:ext cx="543986" cy="543986"/>
          </a:xfrm>
          <a:prstGeom prst="rect">
            <a:avLst/>
          </a:prstGeom>
        </p:spPr>
      </p:pic>
      <p:pic>
        <p:nvPicPr>
          <p:cNvPr id="85" name="Graphic 84" descr="Stop with solid fill">
            <a:extLst>
              <a:ext uri="{FF2B5EF4-FFF2-40B4-BE49-F238E27FC236}">
                <a16:creationId xmlns:a16="http://schemas.microsoft.com/office/drawing/2014/main" id="{F8DF8967-F6B9-FBEB-6215-91C0F296CF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97039" y="4273795"/>
            <a:ext cx="418722" cy="418722"/>
          </a:xfrm>
          <a:prstGeom prst="rect">
            <a:avLst/>
          </a:prstGeom>
        </p:spPr>
      </p:pic>
      <p:pic>
        <p:nvPicPr>
          <p:cNvPr id="86" name="Graphic 85" descr="Heart with solid fill">
            <a:extLst>
              <a:ext uri="{FF2B5EF4-FFF2-40B4-BE49-F238E27FC236}">
                <a16:creationId xmlns:a16="http://schemas.microsoft.com/office/drawing/2014/main" id="{AD0CA2A9-2024-2D76-76F7-1E5032B770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79049" y="4211163"/>
            <a:ext cx="543986" cy="543986"/>
          </a:xfrm>
          <a:prstGeom prst="rect">
            <a:avLst/>
          </a:prstGeom>
        </p:spPr>
      </p:pic>
      <p:pic>
        <p:nvPicPr>
          <p:cNvPr id="87" name="Graphic 86" descr="Star with solid fill">
            <a:extLst>
              <a:ext uri="{FF2B5EF4-FFF2-40B4-BE49-F238E27FC236}">
                <a16:creationId xmlns:a16="http://schemas.microsoft.com/office/drawing/2014/main" id="{A8B78824-CF82-1F6D-18F8-3506DB6973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8759" y="4211163"/>
            <a:ext cx="543986" cy="543986"/>
          </a:xfrm>
          <a:prstGeom prst="rect">
            <a:avLst/>
          </a:prstGeom>
        </p:spPr>
      </p:pic>
      <p:pic>
        <p:nvPicPr>
          <p:cNvPr id="88" name="Graphic 87" descr="Stop with solid fill">
            <a:extLst>
              <a:ext uri="{FF2B5EF4-FFF2-40B4-BE49-F238E27FC236}">
                <a16:creationId xmlns:a16="http://schemas.microsoft.com/office/drawing/2014/main" id="{96FE6431-2DF1-C34A-67DB-8A1F079861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22745" y="4273795"/>
            <a:ext cx="418722" cy="418722"/>
          </a:xfrm>
          <a:prstGeom prst="rect">
            <a:avLst/>
          </a:prstGeom>
        </p:spPr>
      </p:pic>
      <p:pic>
        <p:nvPicPr>
          <p:cNvPr id="89" name="Graphic 88" descr="Heart with solid fill">
            <a:extLst>
              <a:ext uri="{FF2B5EF4-FFF2-40B4-BE49-F238E27FC236}">
                <a16:creationId xmlns:a16="http://schemas.microsoft.com/office/drawing/2014/main" id="{5E4924B3-8692-C633-F03E-8F1A0EEAE1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04755" y="4211163"/>
            <a:ext cx="543986" cy="543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22E836C-9174-40A4-A3A8-795C7212E3F0}"/>
                  </a:ext>
                </a:extLst>
              </p:cNvPr>
              <p:cNvSpPr txBox="1"/>
              <p:nvPr/>
            </p:nvSpPr>
            <p:spPr>
              <a:xfrm>
                <a:off x="6982510" y="4298490"/>
                <a:ext cx="5590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22E836C-9174-40A4-A3A8-795C7212E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510" y="4298490"/>
                <a:ext cx="559077" cy="369332"/>
              </a:xfrm>
              <a:prstGeom prst="rect">
                <a:avLst/>
              </a:prstGeom>
              <a:blipFill>
                <a:blip r:embed="rId18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Graphic 90" descr="Star with solid fill">
            <a:extLst>
              <a:ext uri="{FF2B5EF4-FFF2-40B4-BE49-F238E27FC236}">
                <a16:creationId xmlns:a16="http://schemas.microsoft.com/office/drawing/2014/main" id="{216D99AA-C5F0-96B0-F56B-DF3D40D1B0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75191" y="5114586"/>
            <a:ext cx="543986" cy="543986"/>
          </a:xfrm>
          <a:prstGeom prst="rect">
            <a:avLst/>
          </a:prstGeom>
        </p:spPr>
      </p:pic>
      <p:pic>
        <p:nvPicPr>
          <p:cNvPr id="92" name="Graphic 91" descr="Heart with solid fill">
            <a:extLst>
              <a:ext uri="{FF2B5EF4-FFF2-40B4-BE49-F238E27FC236}">
                <a16:creationId xmlns:a16="http://schemas.microsoft.com/office/drawing/2014/main" id="{E12E903C-9721-85B3-2C85-D2A4BDE408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1187" y="5114586"/>
            <a:ext cx="543986" cy="543986"/>
          </a:xfrm>
          <a:prstGeom prst="rect">
            <a:avLst/>
          </a:prstGeom>
        </p:spPr>
      </p:pic>
      <p:pic>
        <p:nvPicPr>
          <p:cNvPr id="94" name="Graphic 93" descr="Stop with solid fill">
            <a:extLst>
              <a:ext uri="{FF2B5EF4-FFF2-40B4-BE49-F238E27FC236}">
                <a16:creationId xmlns:a16="http://schemas.microsoft.com/office/drawing/2014/main" id="{1D5824E4-C5AF-D6A3-DC82-5C2A05E55B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07152" y="5184962"/>
            <a:ext cx="418722" cy="418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A9309A4-1347-CED9-C669-ABE9DBE4D4E0}"/>
                  </a:ext>
                </a:extLst>
              </p:cNvPr>
              <p:cNvSpPr txBox="1"/>
              <p:nvPr/>
            </p:nvSpPr>
            <p:spPr>
              <a:xfrm>
                <a:off x="7004648" y="5201913"/>
                <a:ext cx="5590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A9309A4-1347-CED9-C669-ABE9DBE4D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648" y="5201913"/>
                <a:ext cx="559077" cy="369332"/>
              </a:xfrm>
              <a:prstGeom prst="rect">
                <a:avLst/>
              </a:prstGeom>
              <a:blipFill>
                <a:blip r:embed="rId19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8" name="Graphic 97" descr="Star with solid fill">
            <a:extLst>
              <a:ext uri="{FF2B5EF4-FFF2-40B4-BE49-F238E27FC236}">
                <a16:creationId xmlns:a16="http://schemas.microsoft.com/office/drawing/2014/main" id="{4EC1A15B-A788-B78C-A574-DFE4EDD011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75191" y="5941306"/>
            <a:ext cx="543986" cy="543986"/>
          </a:xfrm>
          <a:prstGeom prst="rect">
            <a:avLst/>
          </a:prstGeom>
        </p:spPr>
      </p:pic>
      <p:pic>
        <p:nvPicPr>
          <p:cNvPr id="99" name="Graphic 98" descr="Heart with solid fill">
            <a:extLst>
              <a:ext uri="{FF2B5EF4-FFF2-40B4-BE49-F238E27FC236}">
                <a16:creationId xmlns:a16="http://schemas.microsoft.com/office/drawing/2014/main" id="{2173DECF-F624-887E-8F7E-362540678C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1187" y="5941306"/>
            <a:ext cx="543986" cy="543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6DFBDF5-80AD-56BB-3CDA-E7D5B6388259}"/>
                  </a:ext>
                </a:extLst>
              </p:cNvPr>
              <p:cNvSpPr txBox="1"/>
              <p:nvPr/>
            </p:nvSpPr>
            <p:spPr>
              <a:xfrm>
                <a:off x="6802871" y="6028633"/>
                <a:ext cx="7949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6DFBDF5-80AD-56BB-3CDA-E7D5B6388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871" y="6028633"/>
                <a:ext cx="794915" cy="369332"/>
              </a:xfrm>
              <a:prstGeom prst="rect">
                <a:avLst/>
              </a:prstGeom>
              <a:blipFill>
                <a:blip r:embed="rId20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216F9201-DCDB-9AA4-6117-91B1D92A7B59}"/>
              </a:ext>
            </a:extLst>
          </p:cNvPr>
          <p:cNvCxnSpPr>
            <a:cxnSpLocks/>
          </p:cNvCxnSpPr>
          <p:nvPr/>
        </p:nvCxnSpPr>
        <p:spPr>
          <a:xfrm>
            <a:off x="8900897" y="4758695"/>
            <a:ext cx="0" cy="3995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F4C1457-3786-5546-08B6-951D61F5C179}"/>
              </a:ext>
            </a:extLst>
          </p:cNvPr>
          <p:cNvCxnSpPr>
            <a:cxnSpLocks/>
          </p:cNvCxnSpPr>
          <p:nvPr/>
        </p:nvCxnSpPr>
        <p:spPr>
          <a:xfrm>
            <a:off x="8900897" y="5622016"/>
            <a:ext cx="0" cy="3995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7964EA8-5E8A-1E6D-97E6-75D37F4216C2}"/>
              </a:ext>
            </a:extLst>
          </p:cNvPr>
          <p:cNvSpPr txBox="1"/>
          <p:nvPr/>
        </p:nvSpPr>
        <p:spPr>
          <a:xfrm>
            <a:off x="7993936" y="5155747"/>
            <a:ext cx="45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472C4"/>
                </a:solidFill>
              </a:rPr>
              <a:t>#</a:t>
            </a:r>
          </a:p>
        </p:txBody>
      </p:sp>
      <p:pic>
        <p:nvPicPr>
          <p:cNvPr id="108" name="Graphic 107" descr="Stop with solid fill">
            <a:extLst>
              <a:ext uri="{FF2B5EF4-FFF2-40B4-BE49-F238E27FC236}">
                <a16:creationId xmlns:a16="http://schemas.microsoft.com/office/drawing/2014/main" id="{54846F09-DDAE-F6B5-8DA6-A8E21F921B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86354" y="5788477"/>
            <a:ext cx="418722" cy="418722"/>
          </a:xfrm>
          <a:prstGeom prst="rect">
            <a:avLst/>
          </a:prstGeom>
        </p:spPr>
      </p:pic>
      <p:pic>
        <p:nvPicPr>
          <p:cNvPr id="109" name="Graphic 108" descr="Heart with solid fill">
            <a:extLst>
              <a:ext uri="{FF2B5EF4-FFF2-40B4-BE49-F238E27FC236}">
                <a16:creationId xmlns:a16="http://schemas.microsoft.com/office/drawing/2014/main" id="{AA5417ED-571F-5644-B08B-C5683E26FA5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13590" y="5725845"/>
            <a:ext cx="543986" cy="543986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0C2C4A3E-0210-0F8A-85CC-6F0F8808B271}"/>
              </a:ext>
            </a:extLst>
          </p:cNvPr>
          <p:cNvSpPr txBox="1"/>
          <p:nvPr/>
        </p:nvSpPr>
        <p:spPr>
          <a:xfrm>
            <a:off x="8003419" y="5982467"/>
            <a:ext cx="45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472C4"/>
                </a:solidFill>
              </a:rPr>
              <a:t>#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BA88A10-7FDD-2892-CB1C-AD6EF94A0720}"/>
              </a:ext>
            </a:extLst>
          </p:cNvPr>
          <p:cNvSpPr txBox="1"/>
          <p:nvPr/>
        </p:nvSpPr>
        <p:spPr>
          <a:xfrm>
            <a:off x="8966023" y="5155747"/>
            <a:ext cx="45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472C4"/>
                </a:solidFill>
              </a:rPr>
              <a:t>#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523A25D-6C06-7B5D-1C56-8F21AC9586AE}"/>
              </a:ext>
            </a:extLst>
          </p:cNvPr>
          <p:cNvSpPr txBox="1"/>
          <p:nvPr/>
        </p:nvSpPr>
        <p:spPr>
          <a:xfrm>
            <a:off x="8966023" y="5982467"/>
            <a:ext cx="45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472C4"/>
                </a:solidFill>
              </a:rPr>
              <a:t>#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E6040B0-8932-2391-DB1B-C00F79E11BF5}"/>
              </a:ext>
            </a:extLst>
          </p:cNvPr>
          <p:cNvSpPr txBox="1"/>
          <p:nvPr/>
        </p:nvSpPr>
        <p:spPr>
          <a:xfrm>
            <a:off x="9432852" y="5982467"/>
            <a:ext cx="45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4472C4"/>
                </a:solidFill>
              </a:rPr>
              <a:t>#</a:t>
            </a:r>
          </a:p>
        </p:txBody>
      </p:sp>
      <p:sp>
        <p:nvSpPr>
          <p:cNvPr id="115" name="Title 1">
            <a:extLst>
              <a:ext uri="{FF2B5EF4-FFF2-40B4-BE49-F238E27FC236}">
                <a16:creationId xmlns:a16="http://schemas.microsoft.com/office/drawing/2014/main" id="{95C08281-B798-99B9-2B23-276787DB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503" y="-7875"/>
            <a:ext cx="3081771" cy="1135481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Uniform:</a:t>
            </a:r>
          </a:p>
        </p:txBody>
      </p:sp>
      <p:sp>
        <p:nvSpPr>
          <p:cNvPr id="116" name="Title 1">
            <a:extLst>
              <a:ext uri="{FF2B5EF4-FFF2-40B4-BE49-F238E27FC236}">
                <a16:creationId xmlns:a16="http://schemas.microsoft.com/office/drawing/2014/main" id="{390E8A36-E008-9199-2AD6-4045B918D686}"/>
              </a:ext>
            </a:extLst>
          </p:cNvPr>
          <p:cNvSpPr txBox="1">
            <a:spLocks/>
          </p:cNvSpPr>
          <p:nvPr/>
        </p:nvSpPr>
        <p:spPr>
          <a:xfrm>
            <a:off x="7193563" y="0"/>
            <a:ext cx="3081771" cy="1261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/>
              <a:t>Absorbing:</a:t>
            </a:r>
          </a:p>
        </p:txBody>
      </p:sp>
      <p:pic>
        <p:nvPicPr>
          <p:cNvPr id="117" name="Graphic 116" descr="Heart with solid fill">
            <a:extLst>
              <a:ext uri="{FF2B5EF4-FFF2-40B4-BE49-F238E27FC236}">
                <a16:creationId xmlns:a16="http://schemas.microsoft.com/office/drawing/2014/main" id="{6BD76B83-7481-E3C0-81EB-D85B0705A0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04755" y="5115831"/>
            <a:ext cx="543986" cy="543986"/>
          </a:xfrm>
          <a:prstGeom prst="rect">
            <a:avLst/>
          </a:prstGeom>
        </p:spPr>
      </p:pic>
      <p:pic>
        <p:nvPicPr>
          <p:cNvPr id="118" name="Graphic 117" descr="Heart with solid fill">
            <a:extLst>
              <a:ext uri="{FF2B5EF4-FFF2-40B4-BE49-F238E27FC236}">
                <a16:creationId xmlns:a16="http://schemas.microsoft.com/office/drawing/2014/main" id="{98A581D7-5E85-EBE8-958C-830F2DA9C6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00376" y="5930723"/>
            <a:ext cx="543986" cy="54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9" grpId="0"/>
      <p:bldP spid="48" grpId="0"/>
      <p:bldP spid="90" grpId="0"/>
      <p:bldP spid="95" grpId="0"/>
      <p:bldP spid="104" grpId="0"/>
      <p:bldP spid="107" grpId="0"/>
      <p:bldP spid="110" grpId="0"/>
      <p:bldP spid="111" grpId="0"/>
      <p:bldP spid="112" grpId="0"/>
      <p:bldP spid="113" grpId="0"/>
      <p:bldP spid="1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B5AD-EB0A-4A29-C82C-A7C4B50D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ByteNet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FB682-5952-BD54-4AD0-AF4001FBF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9375" cy="4351338"/>
          </a:xfrm>
        </p:spPr>
        <p:txBody>
          <a:bodyPr anchor="ctr"/>
          <a:lstStyle/>
          <a:p>
            <a:r>
              <a:rPr lang="en-GB" dirty="0"/>
              <a:t>Sequence-to-sequence convolutional neural network</a:t>
            </a:r>
          </a:p>
          <a:p>
            <a:r>
              <a:rPr lang="en-GB" dirty="0"/>
              <a:t>Competitive results for protein sequences</a:t>
            </a:r>
          </a:p>
          <a:p>
            <a:r>
              <a:rPr lang="en-GB" dirty="0"/>
              <a:t>Long range dependencies</a:t>
            </a:r>
          </a:p>
          <a:p>
            <a:r>
              <a:rPr lang="en-GB" dirty="0"/>
              <a:t>Efficient due parallelization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B00B1-FBE8-7057-EAF3-604018E3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23</a:t>
            </a:fld>
            <a:endParaRPr lang="en-GB"/>
          </a:p>
        </p:txBody>
      </p:sp>
      <p:pic>
        <p:nvPicPr>
          <p:cNvPr id="7" name="Picture 6" descr="A diagram of a process&#10;&#10;Description automatically generated">
            <a:extLst>
              <a:ext uri="{FF2B5EF4-FFF2-40B4-BE49-F238E27FC236}">
                <a16:creationId xmlns:a16="http://schemas.microsoft.com/office/drawing/2014/main" id="{DD7523A2-4F76-7A74-B3DA-3AAA2FA12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719" y="1911350"/>
            <a:ext cx="2976562" cy="399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9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C2AD-6671-7AC3-5E30-00AA208FD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How to create sequences of atoms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DC79BB9-7512-A6DA-4CD1-9D960D474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568644"/>
              </p:ext>
            </p:extLst>
          </p:nvPr>
        </p:nvGraphicFramePr>
        <p:xfrm>
          <a:off x="838200" y="1797050"/>
          <a:ext cx="661987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AA136-43D8-22E8-BE0B-76E9D066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24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44B199-B4EB-108F-8FF5-33AD936547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3" r="18333"/>
          <a:stretch/>
        </p:blipFill>
        <p:spPr>
          <a:xfrm>
            <a:off x="8787721" y="2083899"/>
            <a:ext cx="2019300" cy="10627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AEC6AC-52E8-4FD3-C81A-6FE13F120D0C}"/>
              </a:ext>
            </a:extLst>
          </p:cNvPr>
          <p:cNvSpPr txBox="1"/>
          <p:nvPr/>
        </p:nvSpPr>
        <p:spPr>
          <a:xfrm>
            <a:off x="7748588" y="3655084"/>
            <a:ext cx="4181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[C][C][C@H1][Branch1][Branch1][N][C]</a:t>
            </a:r>
          </a:p>
          <a:p>
            <a:r>
              <a:rPr lang="en-GB" sz="1600" dirty="0">
                <a:latin typeface="Aptos" panose="020B0004020202020204" pitchFamily="34" charset="0"/>
              </a:rPr>
              <a:t>[Ring1][Branch1][C][=Branch1][C][=O][O]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50F3F-AFBF-3360-6C13-FA54594CA88D}"/>
              </a:ext>
            </a:extLst>
          </p:cNvPr>
          <p:cNvSpPr txBox="1"/>
          <p:nvPr/>
        </p:nvSpPr>
        <p:spPr>
          <a:xfrm>
            <a:off x="7762875" y="5093190"/>
            <a:ext cx="1771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" panose="020B0004020202020204" pitchFamily="34" charset="0"/>
              </a:rPr>
              <a:t>[C][=O][C][N][O]:</a:t>
            </a:r>
            <a:endParaRPr lang="en-GB" sz="1600" dirty="0">
              <a:latin typeface="Aptos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6E01F3-CF29-FF00-7A39-2B836FCBFB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9325" y="4949487"/>
            <a:ext cx="1935393" cy="645131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F620E12-51E3-0F40-7D5C-BEE218E3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9968821" cy="365125"/>
          </a:xfrm>
        </p:spPr>
        <p:txBody>
          <a:bodyPr/>
          <a:lstStyle/>
          <a:p>
            <a:pPr algn="l"/>
            <a:r>
              <a:rPr lang="en-GB" b="1" dirty="0"/>
              <a:t>1</a:t>
            </a:r>
            <a:r>
              <a:rPr lang="en-GB" dirty="0"/>
              <a:t>: M. </a:t>
            </a:r>
            <a:r>
              <a:rPr lang="en-GB" dirty="0" err="1"/>
              <a:t>Krenn</a:t>
            </a:r>
            <a:r>
              <a:rPr lang="en-GB" dirty="0"/>
              <a:t>, et al. Self-referencing embedded strings (SELFIES): A 100% robust molecular string representation. Machine Learning: Science and Technology 1, 4 (2020), 045024.</a:t>
            </a:r>
          </a:p>
        </p:txBody>
      </p:sp>
    </p:spTree>
    <p:extLst>
      <p:ext uri="{BB962C8B-B14F-4D97-AF65-F5344CB8AC3E}">
        <p14:creationId xmlns:p14="http://schemas.microsoft.com/office/powerpoint/2010/main" val="89821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18640D-A302-1A2B-7146-12DF7065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Related work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5955C6-E828-C6E8-079D-E075210FA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All-atom &amp; discrete diffusion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72BC8-D70A-7821-C023-420F4774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659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0AC4-458C-0821-7F0C-3C40734E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All-atom sequence generation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F85C903-5F06-99D7-5784-09964D6695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6393521"/>
              </p:ext>
            </p:extLst>
          </p:nvPr>
        </p:nvGraphicFramePr>
        <p:xfrm>
          <a:off x="838200" y="1825626"/>
          <a:ext cx="10515600" cy="2889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0138B-AF46-1441-E765-4C43CEE5A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8B837-5575-8B9A-1731-28505E42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334000"/>
            <a:ext cx="10115550" cy="1387475"/>
          </a:xfrm>
        </p:spPr>
        <p:txBody>
          <a:bodyPr/>
          <a:lstStyle/>
          <a:p>
            <a:pPr algn="l"/>
            <a:r>
              <a:rPr lang="en-GB" b="1" dirty="0"/>
              <a:t>1</a:t>
            </a:r>
            <a:r>
              <a:rPr lang="en-GB" dirty="0"/>
              <a:t>: D. Flam-Shepherd, et al. 2023. Atom-by-atom protein generation and beyond with language models. </a:t>
            </a:r>
            <a:r>
              <a:rPr lang="en-GB" dirty="0" err="1"/>
              <a:t>arXiv</a:t>
            </a:r>
            <a:r>
              <a:rPr lang="en-GB" dirty="0"/>
              <a:t> preprint arXiv:2308.09482 (2023).</a:t>
            </a:r>
          </a:p>
          <a:p>
            <a:pPr algn="l"/>
            <a:r>
              <a:rPr lang="en-GB" b="1" dirty="0"/>
              <a:t>2</a:t>
            </a:r>
            <a:r>
              <a:rPr lang="en-GB" dirty="0"/>
              <a:t>:</a:t>
            </a:r>
            <a:r>
              <a:rPr lang="nl-NL" dirty="0"/>
              <a:t> C. </a:t>
            </a:r>
            <a:r>
              <a:rPr lang="nl-NL" dirty="0" err="1"/>
              <a:t>Bilodeau</a:t>
            </a:r>
            <a:r>
              <a:rPr lang="nl-NL" dirty="0"/>
              <a:t>, et al. "</a:t>
            </a:r>
            <a:r>
              <a:rPr lang="nl-NL" dirty="0" err="1"/>
              <a:t>Generative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molecular</a:t>
            </a:r>
            <a:r>
              <a:rPr lang="nl-NL" dirty="0"/>
              <a:t> </a:t>
            </a:r>
            <a:r>
              <a:rPr lang="nl-NL" dirty="0" err="1"/>
              <a:t>discovery</a:t>
            </a:r>
            <a:r>
              <a:rPr lang="nl-NL" dirty="0"/>
              <a:t>: Recent advances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challenges</a:t>
            </a:r>
            <a:r>
              <a:rPr lang="nl-NL" dirty="0"/>
              <a:t>." </a:t>
            </a:r>
            <a:r>
              <a:rPr lang="nl-NL" i="1" dirty="0" err="1"/>
              <a:t>Wiley</a:t>
            </a:r>
            <a:r>
              <a:rPr lang="nl-NL" i="1" dirty="0"/>
              <a:t> </a:t>
            </a:r>
            <a:r>
              <a:rPr lang="nl-NL" i="1" dirty="0" err="1"/>
              <a:t>Interdisciplinary</a:t>
            </a:r>
            <a:r>
              <a:rPr lang="nl-NL" i="1" dirty="0"/>
              <a:t> Reviews: </a:t>
            </a:r>
            <a:r>
              <a:rPr lang="nl-NL" i="1" dirty="0" err="1"/>
              <a:t>Computational</a:t>
            </a:r>
            <a:r>
              <a:rPr lang="nl-NL" i="1" dirty="0"/>
              <a:t> </a:t>
            </a:r>
            <a:r>
              <a:rPr lang="nl-NL" i="1" dirty="0" err="1"/>
              <a:t>Molecular</a:t>
            </a:r>
            <a:r>
              <a:rPr lang="nl-NL" i="1" dirty="0"/>
              <a:t> </a:t>
            </a:r>
            <a:r>
              <a:rPr lang="nl-NL" i="1" dirty="0" err="1"/>
              <a:t>Science</a:t>
            </a:r>
            <a:r>
              <a:rPr lang="nl-NL" dirty="0"/>
              <a:t> 12.5 (2022): e1608.</a:t>
            </a:r>
          </a:p>
          <a:p>
            <a:pPr algn="l"/>
            <a:r>
              <a:rPr lang="nl-NL" b="1" dirty="0"/>
              <a:t>3</a:t>
            </a:r>
            <a:r>
              <a:rPr lang="nl-NL" dirty="0"/>
              <a:t>:  S. Kim, et al. (2023). Open </a:t>
            </a:r>
            <a:r>
              <a:rPr lang="nl-NL" dirty="0" err="1"/>
              <a:t>macromolecular</a:t>
            </a:r>
            <a:r>
              <a:rPr lang="nl-NL" dirty="0"/>
              <a:t> </a:t>
            </a:r>
            <a:r>
              <a:rPr lang="nl-NL" dirty="0" err="1"/>
              <a:t>genome</a:t>
            </a:r>
            <a:r>
              <a:rPr lang="nl-NL" dirty="0"/>
              <a:t>: </a:t>
            </a:r>
            <a:r>
              <a:rPr lang="nl-NL" dirty="0" err="1"/>
              <a:t>Generative</a:t>
            </a:r>
            <a:r>
              <a:rPr lang="nl-NL" dirty="0"/>
              <a:t> design of </a:t>
            </a:r>
            <a:r>
              <a:rPr lang="nl-NL" dirty="0" err="1"/>
              <a:t>synthetically</a:t>
            </a:r>
            <a:r>
              <a:rPr lang="nl-NL" dirty="0"/>
              <a:t> </a:t>
            </a:r>
            <a:r>
              <a:rPr lang="nl-NL" dirty="0" err="1"/>
              <a:t>accessible</a:t>
            </a:r>
            <a:r>
              <a:rPr lang="nl-NL" dirty="0"/>
              <a:t> </a:t>
            </a:r>
            <a:r>
              <a:rPr lang="nl-NL" dirty="0" err="1"/>
              <a:t>polymers</a:t>
            </a:r>
            <a:r>
              <a:rPr lang="nl-NL" dirty="0"/>
              <a:t>. </a:t>
            </a:r>
            <a:r>
              <a:rPr lang="nl-NL" i="1" dirty="0"/>
              <a:t>ACS </a:t>
            </a:r>
            <a:r>
              <a:rPr lang="nl-NL" i="1" dirty="0" err="1"/>
              <a:t>Polymers</a:t>
            </a:r>
            <a:r>
              <a:rPr lang="nl-NL" i="1" dirty="0"/>
              <a:t> Au</a:t>
            </a:r>
            <a:r>
              <a:rPr lang="nl-NL" dirty="0"/>
              <a:t>, </a:t>
            </a:r>
            <a:r>
              <a:rPr lang="nl-NL" i="1" dirty="0"/>
              <a:t>3</a:t>
            </a:r>
            <a:r>
              <a:rPr lang="nl-NL" dirty="0"/>
              <a:t>(4), 318-330.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337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E95F43C-DE57-49C9-BB92-BAEA1EE7E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58C9DF-3BBA-4F5C-B228-32FDC3727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9F86D4F-A687-4666-83AB-D3A541E671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0AC4-458C-0821-7F0C-3C40734E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All-atom protein structure generation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F85C903-5F06-99D7-5784-09964D6695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10276"/>
              </p:ext>
            </p:extLst>
          </p:nvPr>
        </p:nvGraphicFramePr>
        <p:xfrm>
          <a:off x="838200" y="1825626"/>
          <a:ext cx="10515600" cy="3508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0138B-AF46-1441-E765-4C43CEE5A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8B837-5575-8B9A-1731-28505E42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334000"/>
            <a:ext cx="10115550" cy="1387475"/>
          </a:xfrm>
        </p:spPr>
        <p:txBody>
          <a:bodyPr/>
          <a:lstStyle/>
          <a:p>
            <a:pPr algn="l"/>
            <a:r>
              <a:rPr lang="en-GB" sz="1100" b="1" dirty="0"/>
              <a:t>1: </a:t>
            </a:r>
            <a:r>
              <a:rPr lang="en-GB" sz="1100" dirty="0"/>
              <a:t>T. Hayes, et al. 2024. Simulating 500 million years of evolution with a language model. </a:t>
            </a:r>
            <a:r>
              <a:rPr lang="en-GB" sz="1100" dirty="0" err="1"/>
              <a:t>bioRxiv</a:t>
            </a:r>
            <a:r>
              <a:rPr lang="en-GB" sz="1100" dirty="0"/>
              <a:t> (2024), 2024–07.</a:t>
            </a:r>
          </a:p>
          <a:p>
            <a:pPr algn="l"/>
            <a:r>
              <a:rPr lang="en-GB" sz="1100" b="1" dirty="0"/>
              <a:t>2: </a:t>
            </a:r>
            <a:r>
              <a:rPr lang="en-GB" sz="1100" dirty="0"/>
              <a:t>A. E. Chu, et al. 2024. An all-atom protein generative model. Proceedings of the National Academy of Sciences 121, 27 (2024),</a:t>
            </a:r>
          </a:p>
          <a:p>
            <a:pPr algn="l"/>
            <a:r>
              <a:rPr lang="en-GB" sz="1100" dirty="0"/>
              <a:t>e2311500121.</a:t>
            </a:r>
          </a:p>
          <a:p>
            <a:pPr algn="l"/>
            <a:r>
              <a:rPr lang="en-GB" sz="1100" b="1" dirty="0"/>
              <a:t>3: </a:t>
            </a:r>
            <a:r>
              <a:rPr lang="en-GB" sz="1100" dirty="0"/>
              <a:t>J. Liu, et al. 2024. All-Atom Protein Sequence Design Based on Geometric Deep Learning. </a:t>
            </a:r>
            <a:r>
              <a:rPr lang="en-GB" sz="1100" dirty="0" err="1"/>
              <a:t>Angewandte</a:t>
            </a:r>
            <a:r>
              <a:rPr lang="en-GB" sz="1100" dirty="0"/>
              <a:t> </a:t>
            </a:r>
            <a:r>
              <a:rPr lang="en-GB" sz="1100" dirty="0" err="1"/>
              <a:t>Chemie</a:t>
            </a:r>
            <a:r>
              <a:rPr lang="en-GB" sz="1100" dirty="0"/>
              <a:t> (2024), e202411461.</a:t>
            </a:r>
          </a:p>
          <a:p>
            <a:pPr algn="l"/>
            <a:r>
              <a:rPr lang="en-GB" sz="1100" b="1" dirty="0"/>
              <a:t>4: </a:t>
            </a:r>
            <a:r>
              <a:rPr lang="en-GB" sz="1100" dirty="0"/>
              <a:t>N. Anand, et al. 2019. Fully differentiable full-atom protein backbone generation. (2019).</a:t>
            </a:r>
          </a:p>
          <a:p>
            <a:pPr algn="l"/>
            <a:r>
              <a:rPr lang="en-GB" sz="1100" b="1" dirty="0"/>
              <a:t>5: </a:t>
            </a:r>
            <a:r>
              <a:rPr lang="en-GB" sz="1100" dirty="0"/>
              <a:t>R. Krishna, et al. 2024. Generalized biomolecular </a:t>
            </a:r>
            <a:r>
              <a:rPr lang="en-GB" sz="1100" dirty="0" err="1"/>
              <a:t>modeling</a:t>
            </a:r>
            <a:r>
              <a:rPr lang="en-GB" sz="1100" dirty="0"/>
              <a:t> and design with </a:t>
            </a:r>
            <a:r>
              <a:rPr lang="en-GB" sz="1100" dirty="0" err="1"/>
              <a:t>RoseTTAFold</a:t>
            </a:r>
            <a:r>
              <a:rPr lang="en-GB" sz="1100" dirty="0"/>
              <a:t> All-Atom. Science 384, 6693 (2024), eadl2528.</a:t>
            </a:r>
          </a:p>
          <a:p>
            <a:pPr algn="l"/>
            <a:r>
              <a:rPr lang="en-GB" sz="1100" b="1" dirty="0"/>
              <a:t>6: </a:t>
            </a:r>
            <a:r>
              <a:rPr lang="en-GB" sz="1100" dirty="0"/>
              <a:t>J. Abramson, et al . 2024. Accurate structure prediction of biomolecular interactions with AlphaFold 3. Nature (2024), 1–3</a:t>
            </a:r>
          </a:p>
        </p:txBody>
      </p:sp>
    </p:spTree>
    <p:extLst>
      <p:ext uri="{BB962C8B-B14F-4D97-AF65-F5344CB8AC3E}">
        <p14:creationId xmlns:p14="http://schemas.microsoft.com/office/powerpoint/2010/main" val="332126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E95F43C-DE57-49C9-BB92-BAEA1EE7E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58C9DF-3BBA-4F5C-B228-32FDC3727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3841032-C0AE-44AC-8AA6-265F275E9C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76EFD3-C549-4EB8-95C1-73566BBDB8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CDECF4E-A682-4279-B0E1-CEFF26B29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A021A5-2D9B-475D-9B75-0F22AB6C85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0AC4-458C-0821-7F0C-3C40734E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Discrete diffusion in protein design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F85C903-5F06-99D7-5784-09964D6695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512499"/>
              </p:ext>
            </p:extLst>
          </p:nvPr>
        </p:nvGraphicFramePr>
        <p:xfrm>
          <a:off x="838200" y="1825626"/>
          <a:ext cx="10515600" cy="3508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0138B-AF46-1441-E765-4C43CEE5A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8B837-5575-8B9A-1731-28505E42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334000"/>
            <a:ext cx="10115550" cy="1387475"/>
          </a:xfrm>
        </p:spPr>
        <p:txBody>
          <a:bodyPr/>
          <a:lstStyle/>
          <a:p>
            <a:pPr algn="l"/>
            <a:r>
              <a:rPr lang="en-GB" b="1" dirty="0"/>
              <a:t>1: </a:t>
            </a:r>
            <a:r>
              <a:rPr lang="en-GB" dirty="0"/>
              <a:t>S. </a:t>
            </a:r>
            <a:r>
              <a:rPr lang="en-GB" dirty="0" err="1"/>
              <a:t>Alamdari</a:t>
            </a:r>
            <a:r>
              <a:rPr lang="en-GB" dirty="0"/>
              <a:t>, et al. 2023. Protein generation with evolutionary diffusion: sequence is all you need. </a:t>
            </a:r>
            <a:r>
              <a:rPr lang="en-GB" dirty="0" err="1"/>
              <a:t>BioRxiv</a:t>
            </a:r>
            <a:r>
              <a:rPr lang="en-GB" dirty="0"/>
              <a:t> (2023), 2023–09.</a:t>
            </a:r>
          </a:p>
          <a:p>
            <a:pPr algn="l"/>
            <a:r>
              <a:rPr lang="en-GB" b="1" dirty="0"/>
              <a:t>2: </a:t>
            </a:r>
            <a:r>
              <a:rPr lang="en-GB" dirty="0"/>
              <a:t>H. Lin, et al. 2024. Functional-group-based diffusion for pocket-specific molecule generation and elaboration. Advances in Neural Information Processing Systems 36 (2024).</a:t>
            </a:r>
          </a:p>
          <a:p>
            <a:pPr algn="l"/>
            <a:r>
              <a:rPr lang="en-GB" b="1" dirty="0"/>
              <a:t>3: </a:t>
            </a:r>
            <a:r>
              <a:rPr lang="en-GB" dirty="0"/>
              <a:t>A. Campbell, et al. 2024. Generative flows on discrete state-spaces: Enabling multimodal flows with applications to protein co-design. </a:t>
            </a:r>
            <a:r>
              <a:rPr lang="en-GB" dirty="0" err="1"/>
              <a:t>arXiv</a:t>
            </a:r>
            <a:r>
              <a:rPr lang="en-GB" dirty="0"/>
              <a:t> preprint arXiv:2402.04997 (2024).</a:t>
            </a:r>
          </a:p>
          <a:p>
            <a:pPr algn="l"/>
            <a:r>
              <a:rPr lang="en-GB" b="1" dirty="0"/>
              <a:t>4: </a:t>
            </a:r>
            <a:r>
              <a:rPr lang="en-GB" dirty="0"/>
              <a:t>N. Gruver, et al. 2024. Protein design with guided discrete diffusion. Advances in neural information</a:t>
            </a:r>
          </a:p>
          <a:p>
            <a:pPr algn="l"/>
            <a:r>
              <a:rPr lang="en-GB" dirty="0"/>
              <a:t>processing systems 36 (2024).</a:t>
            </a:r>
          </a:p>
        </p:txBody>
      </p:sp>
    </p:spTree>
    <p:extLst>
      <p:ext uri="{BB962C8B-B14F-4D97-AF65-F5344CB8AC3E}">
        <p14:creationId xmlns:p14="http://schemas.microsoft.com/office/powerpoint/2010/main" val="151608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E95F43C-DE57-49C9-BB92-BAEA1EE7E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58C9DF-3BBA-4F5C-B228-32FDC3727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3841032-C0AE-44AC-8AA6-265F275E9C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76EFD3-C549-4EB8-95C1-73566BBDB8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CDECF4E-A682-4279-B0E1-CEFF26B29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A021A5-2D9B-475D-9B75-0F22AB6C85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FB1F9F-A610-7D67-ABBC-ABED4C8E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questions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940D7F-147E-DB97-6CF8-B38D1F87D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2D9E3-D0DD-D542-8521-FD83A1D8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436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2511-B86D-8D29-F2F6-4671870D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Question?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6375B970-3C39-3783-1FBE-FA1FB5A3A8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8911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E2033-0B40-9257-7BB1-75054926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434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B657F-D0ED-68D6-5F43-CA62049D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3650D-C00B-F70C-69B0-0ABB7B067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Dataset, atom- &amp; protein-level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07EC6-8437-3542-0C5C-DD518905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269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31EA-0BA8-FA0E-516A-1C7B1773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329BF-4B98-5EFD-3BB8-BFE527F1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32</a:t>
            </a:fld>
            <a:endParaRPr lang="en-GB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8320BA6-809E-14D9-2BA6-B447A1D368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2762800"/>
              </p:ext>
            </p:extLst>
          </p:nvPr>
        </p:nvGraphicFramePr>
        <p:xfrm>
          <a:off x="2032000" y="1771650"/>
          <a:ext cx="8128000" cy="458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2257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A6F2-2429-64E5-B058-845AE01C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Atom-level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A948-D892-ED2A-6B20-C3261ED0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6223" cy="4351338"/>
          </a:xfrm>
        </p:spPr>
        <p:txBody>
          <a:bodyPr anchor="ctr">
            <a:normAutofit/>
          </a:bodyPr>
          <a:lstStyle/>
          <a:p>
            <a:r>
              <a:rPr lang="en-GB" dirty="0"/>
              <a:t>Amino acid have different sidechains (R)</a:t>
            </a:r>
          </a:p>
          <a:p>
            <a:r>
              <a:rPr lang="en-GB" dirty="0"/>
              <a:t>Bind together with peptide bonds</a:t>
            </a:r>
          </a:p>
          <a:p>
            <a:r>
              <a:rPr lang="en-GB" dirty="0"/>
              <a:t>From bonds we find: </a:t>
            </a:r>
          </a:p>
          <a:p>
            <a:pPr lvl="1"/>
            <a:r>
              <a:rPr lang="en-GB" dirty="0"/>
              <a:t>Continuous backbone</a:t>
            </a:r>
          </a:p>
          <a:p>
            <a:pPr lvl="1"/>
            <a:r>
              <a:rPr lang="en-GB" dirty="0"/>
              <a:t>Beginning of sidechain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8232E-4BB2-D349-0AB8-D952FD39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33</a:t>
            </a:fld>
            <a:endParaRPr lang="en-GB" dirty="0"/>
          </a:p>
        </p:txBody>
      </p:sp>
      <p:pic>
        <p:nvPicPr>
          <p:cNvPr id="8" name="Picture 7" descr="A diagram of a chemical structure&#10;&#10;Description automatically generated">
            <a:extLst>
              <a:ext uri="{FF2B5EF4-FFF2-40B4-BE49-F238E27FC236}">
                <a16:creationId xmlns:a16="http://schemas.microsoft.com/office/drawing/2014/main" id="{CE81143F-8366-698E-3D72-9D828B9BE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873" y="365125"/>
            <a:ext cx="2375360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0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A6F2-2429-64E5-B058-845AE01C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Atom-level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A948-D892-ED2A-6B20-C3261ED0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6223" cy="4351338"/>
          </a:xfrm>
        </p:spPr>
        <p:txBody>
          <a:bodyPr anchor="ctr">
            <a:normAutofit/>
          </a:bodyPr>
          <a:lstStyle/>
          <a:p>
            <a:r>
              <a:rPr lang="en-GB" dirty="0"/>
              <a:t>Graph traverse over sidechain</a:t>
            </a:r>
          </a:p>
          <a:p>
            <a:r>
              <a:rPr lang="en-GB" dirty="0"/>
              <a:t>Sidechain must start with carbon</a:t>
            </a:r>
          </a:p>
          <a:p>
            <a:pPr lvl="1"/>
            <a:r>
              <a:rPr lang="en-GB" dirty="0"/>
              <a:t>Known amino acids all start with carbon</a:t>
            </a:r>
          </a:p>
          <a:p>
            <a:r>
              <a:rPr lang="en-GB" dirty="0"/>
              <a:t>We find an amino acid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8232E-4BB2-D349-0AB8-D952FD39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34</a:t>
            </a:fld>
            <a:endParaRPr lang="en-GB" dirty="0"/>
          </a:p>
        </p:txBody>
      </p:sp>
      <p:pic>
        <p:nvPicPr>
          <p:cNvPr id="5" name="Picture 4" descr="A diagram of a chemical structure&#10;&#10;Description automatically generated">
            <a:extLst>
              <a:ext uri="{FF2B5EF4-FFF2-40B4-BE49-F238E27FC236}">
                <a16:creationId xmlns:a16="http://schemas.microsoft.com/office/drawing/2014/main" id="{D3E00F1A-FD67-805A-166A-9FB954C35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873" y="365125"/>
            <a:ext cx="2375360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1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A6F2-2429-64E5-B058-845AE01C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Atom-level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A948-D892-ED2A-6B20-C3261ED0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6223" cy="4351338"/>
          </a:xfrm>
        </p:spPr>
        <p:txBody>
          <a:bodyPr anchor="ctr">
            <a:normAutofit/>
          </a:bodyPr>
          <a:lstStyle/>
          <a:p>
            <a:r>
              <a:rPr lang="en-GB" dirty="0"/>
              <a:t>We compare with canonical amino acids</a:t>
            </a:r>
          </a:p>
          <a:p>
            <a:r>
              <a:rPr lang="en-GB" dirty="0"/>
              <a:t>Check for stereochemistry?</a:t>
            </a:r>
          </a:p>
          <a:p>
            <a:pPr lvl="1"/>
            <a:r>
              <a:rPr lang="en-GB" dirty="0"/>
              <a:t>Only one type used by organisms</a:t>
            </a:r>
          </a:p>
          <a:p>
            <a:r>
              <a:rPr lang="en-GB" dirty="0"/>
              <a:t>We construct a sequence</a:t>
            </a:r>
          </a:p>
          <a:p>
            <a:pPr lvl="1"/>
            <a:r>
              <a:rPr lang="en-GB" dirty="0"/>
              <a:t>Unknown amino acids are marked ‘X’</a:t>
            </a:r>
          </a:p>
          <a:p>
            <a:r>
              <a:rPr lang="en-GB" dirty="0"/>
              <a:t>Check for extra atoms</a:t>
            </a:r>
          </a:p>
          <a:p>
            <a:pPr lvl="1"/>
            <a:r>
              <a:rPr lang="en-GB" dirty="0"/>
              <a:t>Beginning or end of backbone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8232E-4BB2-D349-0AB8-D952FD39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35</a:t>
            </a:fld>
            <a:endParaRPr lang="en-GB" dirty="0"/>
          </a:p>
        </p:txBody>
      </p:sp>
      <p:pic>
        <p:nvPicPr>
          <p:cNvPr id="7" name="Picture 6" descr="A diagram of a chemical structure&#10;&#10;Description automatically generated">
            <a:extLst>
              <a:ext uri="{FF2B5EF4-FFF2-40B4-BE49-F238E27FC236}">
                <a16:creationId xmlns:a16="http://schemas.microsoft.com/office/drawing/2014/main" id="{C072C20D-4CE4-5322-E7FF-1CB626B55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873" y="365125"/>
            <a:ext cx="2375360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1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A6F2-2429-64E5-B058-845AE01C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Atom-level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8FA948-D892-ED2A-6B20-C3261ED0A7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06223" cy="4351338"/>
              </a:xfrm>
            </p:spPr>
            <p:txBody>
              <a:bodyPr anchor="ctr">
                <a:normAutofit/>
              </a:bodyPr>
              <a:lstStyle/>
              <a:p>
                <a:r>
                  <a:rPr lang="en-GB" dirty="0"/>
                  <a:t>We have now found one of four categories</a:t>
                </a:r>
              </a:p>
              <a:p>
                <a:pPr lvl="1"/>
                <a:r>
                  <a:rPr lang="en-GB" dirty="0"/>
                  <a:t>Not a protein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-C lacking protein</a:t>
                </a:r>
              </a:p>
              <a:p>
                <a:pPr lvl="1"/>
                <a:r>
                  <a:rPr lang="en-GB" dirty="0"/>
                  <a:t>Non-canonical protein</a:t>
                </a:r>
              </a:p>
              <a:p>
                <a:pPr lvl="1"/>
                <a:r>
                  <a:rPr lang="en-GB" dirty="0"/>
                  <a:t>Canonical protein</a:t>
                </a:r>
              </a:p>
              <a:p>
                <a:r>
                  <a:rPr lang="en-GB" dirty="0"/>
                  <a:t>Further analysis with canonical and non-canonical proteins</a:t>
                </a:r>
              </a:p>
              <a:p>
                <a:pPr lvl="1"/>
                <a:r>
                  <a:rPr lang="en-GB" i="1" dirty="0"/>
                  <a:t>…TLYGDE</a:t>
                </a:r>
                <a:r>
                  <a:rPr lang="en-GB" b="1" i="1" dirty="0"/>
                  <a:t>X</a:t>
                </a:r>
                <a:r>
                  <a:rPr lang="en-GB" i="1" dirty="0"/>
                  <a:t>RF…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8FA948-D892-ED2A-6B20-C3261ED0A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06223" cy="4351338"/>
              </a:xfrm>
              <a:blipFill>
                <a:blip r:embed="rId3"/>
                <a:stretch>
                  <a:fillRect l="-12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8232E-4BB2-D349-0AB8-D952FD39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36</a:t>
            </a:fld>
            <a:endParaRPr lang="en-GB" dirty="0"/>
          </a:p>
        </p:txBody>
      </p:sp>
      <p:pic>
        <p:nvPicPr>
          <p:cNvPr id="5" name="Picture 4" descr="A diagram of a chemical structure&#10;&#10;Description automatically generated">
            <a:extLst>
              <a:ext uri="{FF2B5EF4-FFF2-40B4-BE49-F238E27FC236}">
                <a16:creationId xmlns:a16="http://schemas.microsoft.com/office/drawing/2014/main" id="{E635AA9A-13DA-6BDD-FF2A-F94265938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873" y="365125"/>
            <a:ext cx="2375360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6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436F-3BBD-6313-4187-ED063C02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Protein evaluation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E0D286-8CC0-BFD8-8269-62AE66505B7E}"/>
              </a:ext>
            </a:extLst>
          </p:cNvPr>
          <p:cNvSpPr/>
          <p:nvPr/>
        </p:nvSpPr>
        <p:spPr>
          <a:xfrm>
            <a:off x="5395912" y="1800226"/>
            <a:ext cx="1400175" cy="14001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A8C94-BAC3-9B49-B33F-96AD4A24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37</a:t>
            </a:fld>
            <a:endParaRPr lang="en-GB"/>
          </a:p>
        </p:txBody>
      </p:sp>
      <p:pic>
        <p:nvPicPr>
          <p:cNvPr id="6" name="Graphic 5" descr="Ruler with solid fill">
            <a:extLst>
              <a:ext uri="{FF2B5EF4-FFF2-40B4-BE49-F238E27FC236}">
                <a16:creationId xmlns:a16="http://schemas.microsoft.com/office/drawing/2014/main" id="{BC3FFAD1-E299-1739-2013-C0AA74D9E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799" y="2043113"/>
            <a:ext cx="914400" cy="9144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CF70D8-5C83-6207-0B0A-398994B6920F}"/>
              </a:ext>
            </a:extLst>
          </p:cNvPr>
          <p:cNvSpPr txBox="1">
            <a:spLocks/>
          </p:cNvSpPr>
          <p:nvPr/>
        </p:nvSpPr>
        <p:spPr>
          <a:xfrm>
            <a:off x="838200" y="3809999"/>
            <a:ext cx="10515600" cy="236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Basic Local Alignment Search Tool (BLAST)</a:t>
            </a:r>
            <a:r>
              <a:rPr lang="en-GB" baseline="30000" dirty="0"/>
              <a:t>1</a:t>
            </a: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457200" lvl="1" indent="0" algn="ctr">
              <a:buNone/>
            </a:pPr>
            <a:r>
              <a:rPr lang="en-GB" dirty="0"/>
              <a:t>Finds similar regions in sequences</a:t>
            </a:r>
          </a:p>
          <a:p>
            <a:pPr marL="457200" lvl="1" indent="0" algn="ctr">
              <a:buNone/>
            </a:pPr>
            <a:r>
              <a:rPr lang="en-GB" dirty="0"/>
              <a:t>Diversity measured against the training set</a:t>
            </a:r>
          </a:p>
          <a:p>
            <a:pPr marL="457200" lvl="1" indent="0" algn="ctr">
              <a:buNone/>
            </a:pPr>
            <a:r>
              <a:rPr lang="en-GB" dirty="0"/>
              <a:t>Uniqueness measured against generated proteins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0EFE52D4-CADF-0735-66CD-73F69F20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9968821" cy="365125"/>
          </a:xfrm>
        </p:spPr>
        <p:txBody>
          <a:bodyPr/>
          <a:lstStyle/>
          <a:p>
            <a:pPr algn="l"/>
            <a:r>
              <a:rPr lang="en-GB" b="1" dirty="0"/>
              <a:t>1</a:t>
            </a:r>
            <a:r>
              <a:rPr lang="en-GB" dirty="0"/>
              <a:t>: S. McGinnis et al. 2004. BLAST: at the core of a powerful and diverse set of sequence analysis tools. Nucleic acids research 32, suppl_2 (2004), W20–W25.</a:t>
            </a:r>
          </a:p>
        </p:txBody>
      </p:sp>
    </p:spTree>
    <p:extLst>
      <p:ext uri="{BB962C8B-B14F-4D97-AF65-F5344CB8AC3E}">
        <p14:creationId xmlns:p14="http://schemas.microsoft.com/office/powerpoint/2010/main" val="294631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436F-3BBD-6313-4187-ED063C02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Protein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0F357-BC0F-D12B-2D49-29FA2B7E9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09999"/>
            <a:ext cx="10515600" cy="2366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OmegaFold</a:t>
            </a:r>
            <a:r>
              <a:rPr lang="en-GB" baseline="30000" dirty="0"/>
              <a:t>1</a:t>
            </a: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457200" lvl="1" indent="0" algn="ctr">
              <a:buNone/>
            </a:pPr>
            <a:r>
              <a:rPr lang="en-GB" dirty="0"/>
              <a:t>Sequence-to-structure model</a:t>
            </a:r>
          </a:p>
          <a:p>
            <a:pPr marL="457200" lvl="1" indent="0" algn="ctr">
              <a:buNone/>
            </a:pPr>
            <a:r>
              <a:rPr lang="en-GB" dirty="0"/>
              <a:t>Assigns a confidence score (</a:t>
            </a:r>
            <a:r>
              <a:rPr lang="en-GB" dirty="0" err="1"/>
              <a:t>plDDT</a:t>
            </a:r>
            <a:r>
              <a:rPr lang="en-GB" dirty="0"/>
              <a:t>)</a:t>
            </a:r>
          </a:p>
          <a:p>
            <a:pPr marL="457200" lvl="1" indent="0" algn="ctr">
              <a:buNone/>
            </a:pPr>
            <a:r>
              <a:rPr lang="en-GB" dirty="0"/>
              <a:t>Average over whole protein</a:t>
            </a:r>
          </a:p>
          <a:p>
            <a:pPr marL="457200" lvl="1" indent="0" algn="ctr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A8C94-BAC3-9B49-B33F-96AD4A24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38</a:t>
            </a:fld>
            <a:endParaRPr lang="en-GB"/>
          </a:p>
        </p:txBody>
      </p:sp>
      <p:pic>
        <p:nvPicPr>
          <p:cNvPr id="6" name="Picture 5" descr="A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3793FDDD-77D4-A563-427D-7AB9AE55A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714" y="1381427"/>
            <a:ext cx="2628572" cy="2428572"/>
          </a:xfrm>
          <a:prstGeom prst="rect">
            <a:avLst/>
          </a:prstGeom>
        </p:spPr>
      </p:pic>
      <p:sp>
        <p:nvSpPr>
          <p:cNvPr id="7" name="Footer Placeholder 13">
            <a:extLst>
              <a:ext uri="{FF2B5EF4-FFF2-40B4-BE49-F238E27FC236}">
                <a16:creationId xmlns:a16="http://schemas.microsoft.com/office/drawing/2014/main" id="{D6AA43F5-970F-F686-E72D-2B16CE43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9968821" cy="365125"/>
          </a:xfrm>
        </p:spPr>
        <p:txBody>
          <a:bodyPr/>
          <a:lstStyle/>
          <a:p>
            <a:pPr algn="l"/>
            <a:r>
              <a:rPr lang="en-GB" b="1" dirty="0"/>
              <a:t>1</a:t>
            </a:r>
            <a:r>
              <a:rPr lang="en-GB" dirty="0"/>
              <a:t>: R. Wu, et al. (2022). High-resolution de novo structure prediction from primary sequence. </a:t>
            </a:r>
            <a:r>
              <a:rPr lang="en-GB" i="1" dirty="0" err="1"/>
              <a:t>BioRxiv</a:t>
            </a:r>
            <a:r>
              <a:rPr lang="en-GB" dirty="0"/>
              <a:t>, 2022-07.</a:t>
            </a:r>
          </a:p>
        </p:txBody>
      </p:sp>
    </p:spTree>
    <p:extLst>
      <p:ext uri="{BB962C8B-B14F-4D97-AF65-F5344CB8AC3E}">
        <p14:creationId xmlns:p14="http://schemas.microsoft.com/office/powerpoint/2010/main" val="204282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01C0-BCEE-3EF5-3188-1A9F4EC9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9D3AE-2025-A879-B427-AD945E77B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Quality, uniqueness, diversity &amp;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C6CD3-AE06-E4D2-41E7-2FBB3B9D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751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88420D52-D37A-699F-DD19-0F5080F82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9" y="688974"/>
            <a:ext cx="10960102" cy="54800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C930-0B6C-2D36-D94D-59D8981B3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40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4B687-BE82-AED7-4375-F2BA2C9EF2FB}"/>
              </a:ext>
            </a:extLst>
          </p:cNvPr>
          <p:cNvSpPr/>
          <p:nvPr/>
        </p:nvSpPr>
        <p:spPr>
          <a:xfrm>
            <a:off x="9820275" y="3428999"/>
            <a:ext cx="285750" cy="2371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9B0E8C-38FE-2199-8F9E-3E91A50F0C84}"/>
              </a:ext>
            </a:extLst>
          </p:cNvPr>
          <p:cNvSpPr/>
          <p:nvPr/>
        </p:nvSpPr>
        <p:spPr>
          <a:xfrm>
            <a:off x="9048750" y="4448174"/>
            <a:ext cx="419100" cy="15525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D89132-2C01-6F82-BADE-CD3A6C933230}"/>
              </a:ext>
            </a:extLst>
          </p:cNvPr>
          <p:cNvSpPr/>
          <p:nvPr/>
        </p:nvSpPr>
        <p:spPr>
          <a:xfrm>
            <a:off x="8553450" y="2333626"/>
            <a:ext cx="285750" cy="3743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309306-F283-2DB4-0291-396F3B77669B}"/>
              </a:ext>
            </a:extLst>
          </p:cNvPr>
          <p:cNvSpPr/>
          <p:nvPr/>
        </p:nvSpPr>
        <p:spPr>
          <a:xfrm>
            <a:off x="10698163" y="4343399"/>
            <a:ext cx="285750" cy="14573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64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40B5D8-137E-9023-6E1C-F285C6EB3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080" y="803274"/>
            <a:ext cx="9591839" cy="48256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641C3-21D4-528E-55E0-DAC4A0F6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41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5D4009-97EC-D4AF-F6CA-9BA7D2E2F1E3}"/>
              </a:ext>
            </a:extLst>
          </p:cNvPr>
          <p:cNvSpPr/>
          <p:nvPr/>
        </p:nvSpPr>
        <p:spPr>
          <a:xfrm>
            <a:off x="7391400" y="2000250"/>
            <a:ext cx="2286000" cy="504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0C8D6F-D6CE-EC89-14F0-B6CAD765D04D}"/>
              </a:ext>
            </a:extLst>
          </p:cNvPr>
          <p:cNvSpPr/>
          <p:nvPr/>
        </p:nvSpPr>
        <p:spPr>
          <a:xfrm>
            <a:off x="7391400" y="2657475"/>
            <a:ext cx="666750" cy="10445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5C1E13-3527-AAD3-12C8-C1533AE806AE}"/>
              </a:ext>
            </a:extLst>
          </p:cNvPr>
          <p:cNvSpPr/>
          <p:nvPr/>
        </p:nvSpPr>
        <p:spPr>
          <a:xfrm>
            <a:off x="7391400" y="4724399"/>
            <a:ext cx="2038350" cy="762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0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1B233-2854-51B0-76B8-0EE3ADE3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42</a:t>
            </a:fld>
            <a:endParaRPr lang="en-GB"/>
          </a:p>
        </p:txBody>
      </p:sp>
      <p:pic>
        <p:nvPicPr>
          <p:cNvPr id="8" name="Content Placeholder 7" descr="A close-up of a graph&#10;&#10;Description automatically generated">
            <a:extLst>
              <a:ext uri="{FF2B5EF4-FFF2-40B4-BE49-F238E27FC236}">
                <a16:creationId xmlns:a16="http://schemas.microsoft.com/office/drawing/2014/main" id="{C4C8B7C0-E237-5A3A-044C-C58A6AB7E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81" y="877490"/>
            <a:ext cx="10206038" cy="51030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AFBFA4-A9F1-21D8-E4D0-CD0ADAB011FC}"/>
              </a:ext>
            </a:extLst>
          </p:cNvPr>
          <p:cNvSpPr/>
          <p:nvPr/>
        </p:nvSpPr>
        <p:spPr>
          <a:xfrm>
            <a:off x="9172575" y="1666875"/>
            <a:ext cx="161925" cy="39433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F1A0C8-253D-F904-41EC-B6BCEC5BA248}"/>
              </a:ext>
            </a:extLst>
          </p:cNvPr>
          <p:cNvSpPr/>
          <p:nvPr/>
        </p:nvSpPr>
        <p:spPr>
          <a:xfrm>
            <a:off x="6324600" y="3171825"/>
            <a:ext cx="1943100" cy="24384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ACD9EB-C1CB-5B7C-042F-7610F8CF1064}"/>
              </a:ext>
            </a:extLst>
          </p:cNvPr>
          <p:cNvSpPr/>
          <p:nvPr/>
        </p:nvSpPr>
        <p:spPr>
          <a:xfrm>
            <a:off x="3943350" y="1666875"/>
            <a:ext cx="161925" cy="39433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93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313C04-0D6C-58EF-1E20-5074C996D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7593" y="1443377"/>
            <a:ext cx="11616813" cy="325244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950E6-8B23-4F1B-E909-1B40450F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43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ADC7CC-F3A6-9B08-4ABF-B99EC50FECF3}"/>
              </a:ext>
            </a:extLst>
          </p:cNvPr>
          <p:cNvSpPr/>
          <p:nvPr/>
        </p:nvSpPr>
        <p:spPr>
          <a:xfrm>
            <a:off x="3409950" y="2190749"/>
            <a:ext cx="514350" cy="1076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1E699E-9DF2-9B7D-9E9A-8FC7950CE39F}"/>
              </a:ext>
            </a:extLst>
          </p:cNvPr>
          <p:cNvSpPr/>
          <p:nvPr/>
        </p:nvSpPr>
        <p:spPr>
          <a:xfrm>
            <a:off x="6129340" y="2965450"/>
            <a:ext cx="1063940" cy="2873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CD5047-44D4-0013-D208-B27DD50B7CD4}"/>
              </a:ext>
            </a:extLst>
          </p:cNvPr>
          <p:cNvSpPr/>
          <p:nvPr/>
        </p:nvSpPr>
        <p:spPr>
          <a:xfrm>
            <a:off x="4829175" y="2190749"/>
            <a:ext cx="581026" cy="5238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BECFF0-04C8-1C58-4D37-C214451AFBD0}"/>
              </a:ext>
            </a:extLst>
          </p:cNvPr>
          <p:cNvSpPr/>
          <p:nvPr/>
        </p:nvSpPr>
        <p:spPr>
          <a:xfrm>
            <a:off x="4838700" y="3600450"/>
            <a:ext cx="581026" cy="5238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3EEA80-691E-4033-F9D2-9ABCE752105B}"/>
              </a:ext>
            </a:extLst>
          </p:cNvPr>
          <p:cNvSpPr/>
          <p:nvPr/>
        </p:nvSpPr>
        <p:spPr>
          <a:xfrm>
            <a:off x="6096001" y="4090988"/>
            <a:ext cx="1097279" cy="5238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67AF6-8C00-C5E8-0CA7-1DC80580E463}"/>
              </a:ext>
            </a:extLst>
          </p:cNvPr>
          <p:cNvSpPr/>
          <p:nvPr/>
        </p:nvSpPr>
        <p:spPr>
          <a:xfrm>
            <a:off x="6096001" y="3605213"/>
            <a:ext cx="1097278" cy="5238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C807D7-BA00-FF58-EC53-EB82DA7805FB}"/>
              </a:ext>
            </a:extLst>
          </p:cNvPr>
          <p:cNvSpPr/>
          <p:nvPr/>
        </p:nvSpPr>
        <p:spPr>
          <a:xfrm>
            <a:off x="6107462" y="2448242"/>
            <a:ext cx="1063940" cy="2873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04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01A963-788C-D30A-4A46-C47C47E88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13835" y="2166761"/>
            <a:ext cx="9164329" cy="25244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3EAF8-9290-CC66-7A60-45CB3D3A8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44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5F4809-B162-C21F-11A6-75E442BFB0E7}"/>
              </a:ext>
            </a:extLst>
          </p:cNvPr>
          <p:cNvSpPr/>
          <p:nvPr/>
        </p:nvSpPr>
        <p:spPr>
          <a:xfrm>
            <a:off x="8458199" y="3800475"/>
            <a:ext cx="1847851" cy="8143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54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E56C-76CD-7A8D-EC87-FAE6D8E4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CCE9F-5FA3-38B3-8EF0-DB7F3B56E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Able to generate proteins using an all-atom model</a:t>
            </a:r>
          </a:p>
          <a:p>
            <a:r>
              <a:rPr lang="en-GB" dirty="0"/>
              <a:t>All-atom is less diverse, but structurally more sound</a:t>
            </a:r>
          </a:p>
          <a:p>
            <a:r>
              <a:rPr lang="en-GB" dirty="0"/>
              <a:t>All-atom generates protein-like molecules</a:t>
            </a:r>
          </a:p>
          <a:p>
            <a:pPr lvl="1"/>
            <a:r>
              <a:rPr lang="en-GB" dirty="0"/>
              <a:t>Although few canonical proteins</a:t>
            </a:r>
          </a:p>
          <a:p>
            <a:r>
              <a:rPr lang="en-GB" dirty="0"/>
              <a:t>The absorbing noise schedule has a negative impact on results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73FC3-7280-D6E0-4D47-73E95186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9304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31ACA-8FDA-859A-1D5E-7A250C76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58AA2-A271-E84E-098C-0A01DB313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Integrate feedback</a:t>
            </a:r>
          </a:p>
          <a:p>
            <a:r>
              <a:rPr lang="en-GB" dirty="0"/>
              <a:t>Train the models longer</a:t>
            </a:r>
          </a:p>
          <a:p>
            <a:r>
              <a:rPr lang="en-GB" dirty="0"/>
              <a:t>Improve the atom- &amp; protein-level metrics</a:t>
            </a:r>
          </a:p>
          <a:p>
            <a:r>
              <a:rPr lang="en-GB" dirty="0"/>
              <a:t>Investigate absorbing</a:t>
            </a:r>
          </a:p>
          <a:p>
            <a:r>
              <a:rPr lang="en-GB" dirty="0"/>
              <a:t>Remaining two experiments</a:t>
            </a:r>
          </a:p>
          <a:p>
            <a:pPr lvl="1"/>
            <a:r>
              <a:rPr lang="en-GB" dirty="0"/>
              <a:t>Analysing different lengths</a:t>
            </a:r>
          </a:p>
          <a:p>
            <a:pPr lvl="1"/>
            <a:r>
              <a:rPr lang="en-GB" dirty="0"/>
              <a:t>Inpainting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D5BFD-0657-4A32-A6D6-D3C73579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05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EF3880-44D0-4213-DF41-7163239A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2709C0-E8DA-AF34-BE85-C8E93D622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43855-C06A-A363-FEF9-5E7BFF9A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20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ntserrat">
      <a:majorFont>
        <a:latin typeface="Montserrat Ligh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f5fda4-97a3-47c7-8308-3025c576a3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FAD911B2078E4FAC111FDBF9740ABB" ma:contentTypeVersion="8" ma:contentTypeDescription="Een nieuw document maken." ma:contentTypeScope="" ma:versionID="40d074649a363fe51b3448598e53368b">
  <xsd:schema xmlns:xsd="http://www.w3.org/2001/XMLSchema" xmlns:xs="http://www.w3.org/2001/XMLSchema" xmlns:p="http://schemas.microsoft.com/office/2006/metadata/properties" xmlns:ns3="32f5fda4-97a3-47c7-8308-3025c576a379" xmlns:ns4="065d5d57-d9fb-4c30-80d3-68aca1ff0522" targetNamespace="http://schemas.microsoft.com/office/2006/metadata/properties" ma:root="true" ma:fieldsID="ec6108434aa42753abd390293100ccab" ns3:_="" ns4:_="">
    <xsd:import namespace="32f5fda4-97a3-47c7-8308-3025c576a379"/>
    <xsd:import namespace="065d5d57-d9fb-4c30-80d3-68aca1ff052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fda4-97a3-47c7-8308-3025c576a3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d5d57-d9fb-4c30-80d3-68aca1ff052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132242-1526-4AAA-B2E0-CF080077ABF5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065d5d57-d9fb-4c30-80d3-68aca1ff0522"/>
    <ds:schemaRef ds:uri="http://schemas.microsoft.com/office/2006/documentManagement/types"/>
    <ds:schemaRef ds:uri="http://purl.org/dc/terms/"/>
    <ds:schemaRef ds:uri="32f5fda4-97a3-47c7-8308-3025c576a37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32F3C67-3F37-474D-9609-B4FDD4474B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231DB8-6A69-4494-AFC0-8225C457A1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fda4-97a3-47c7-8308-3025c576a379"/>
    <ds:schemaRef ds:uri="065d5d57-d9fb-4c30-80d3-68aca1ff05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Weekly_Update_27</Template>
  <TotalTime>4041</TotalTime>
  <Words>2911</Words>
  <Application>Microsoft Office PowerPoint</Application>
  <PresentationFormat>Widescreen</PresentationFormat>
  <Paragraphs>499</Paragraphs>
  <Slides>47</Slides>
  <Notes>33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Arial</vt:lpstr>
      <vt:lpstr>Calibri</vt:lpstr>
      <vt:lpstr>Cambria Math</vt:lpstr>
      <vt:lpstr>Montserrat</vt:lpstr>
      <vt:lpstr>Montserrat Light</vt:lpstr>
      <vt:lpstr>Office Theme</vt:lpstr>
      <vt:lpstr>All-Atom Novel Protein Sequence Generation</vt:lpstr>
      <vt:lpstr>What are proteins &amp; Why design proteins?</vt:lpstr>
      <vt:lpstr>How to design proteins?</vt:lpstr>
      <vt:lpstr>How to represent proteins?</vt:lpstr>
      <vt:lpstr>PowerPoint Presentation</vt:lpstr>
      <vt:lpstr>We need to be more expressive</vt:lpstr>
      <vt:lpstr>All-Atom Protein Representation</vt:lpstr>
      <vt:lpstr>What is a diffusion model?</vt:lpstr>
      <vt:lpstr>Why a diffusion model?</vt:lpstr>
      <vt:lpstr>Why a diffusion model?</vt:lpstr>
      <vt:lpstr>Why a diffusion model?</vt:lpstr>
      <vt:lpstr>Why a diffusion model?</vt:lpstr>
      <vt:lpstr>Why a diffusion model?</vt:lpstr>
      <vt:lpstr>Why discrete?</vt:lpstr>
      <vt:lpstr>Why discrete?</vt:lpstr>
      <vt:lpstr>Background</vt:lpstr>
      <vt:lpstr>How does a diffusion model learn?</vt:lpstr>
      <vt:lpstr>Denoising Diffusion Probabilistic Model (DDPM)1</vt:lpstr>
      <vt:lpstr>What is important for our noise?</vt:lpstr>
      <vt:lpstr>Discrete DDPM (D3PM)</vt:lpstr>
      <vt:lpstr>Discrete DDPM (D3PM)1</vt:lpstr>
      <vt:lpstr>Uniform:</vt:lpstr>
      <vt:lpstr>ByteNet Architecture</vt:lpstr>
      <vt:lpstr>How to create sequences of atoms</vt:lpstr>
      <vt:lpstr>Related work</vt:lpstr>
      <vt:lpstr>All-atom sequence generation</vt:lpstr>
      <vt:lpstr>All-atom protein structure generation</vt:lpstr>
      <vt:lpstr>Discrete diffusion in protein design</vt:lpstr>
      <vt:lpstr>Research questions</vt:lpstr>
      <vt:lpstr>Question?</vt:lpstr>
      <vt:lpstr>Method</vt:lpstr>
      <vt:lpstr>Dataset</vt:lpstr>
      <vt:lpstr>Atom-level evaluation</vt:lpstr>
      <vt:lpstr>Atom-level evaluation</vt:lpstr>
      <vt:lpstr>Atom-level evaluation</vt:lpstr>
      <vt:lpstr>Atom-level evaluation</vt:lpstr>
      <vt:lpstr>Protein evaluation</vt:lpstr>
      <vt:lpstr>Protein evaluation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Planning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Gijs Admiraal</dc:creator>
  <cp:lastModifiedBy>Gijs Admiraal</cp:lastModifiedBy>
  <cp:revision>10</cp:revision>
  <dcterms:created xsi:type="dcterms:W3CDTF">2024-10-03T10:14:25Z</dcterms:created>
  <dcterms:modified xsi:type="dcterms:W3CDTF">2024-11-07T14:01:00Z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0x0101001CFAD911B2078E4FAC111FDBF9740ABB</vt:lpwstr>
  </property>
</Properties>
</file>