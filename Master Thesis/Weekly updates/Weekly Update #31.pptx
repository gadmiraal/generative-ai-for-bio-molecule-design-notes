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6" r:id="rId5"/>
    <p:sldId id="305" r:id="rId6"/>
    <p:sldId id="306" r:id="rId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CEBF"/>
    <a:srgbClr val="E37892"/>
    <a:srgbClr val="DC6D3D"/>
    <a:srgbClr val="7C53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4B73FC-D28C-4B0B-B7BA-DACD5ED0683C}" v="182" dt="2024-10-07T12:27:23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88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852C0-B3AD-422A-8AC7-999B4B96542A}" type="datetimeFigureOut">
              <a:rPr lang="en-GB" smtClean="0"/>
              <a:t>07/11/2024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DEC08-3FA1-4AFD-BCF5-808F173EFEC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14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D26C-DFF4-89A2-2482-E20455D45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C2100-FF5B-385D-B839-F84A0BC6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3FEB6-06B2-6EFB-0AE9-AC77E8621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458E6-68E5-4178-872D-0F851C97ED69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FBDB2-84FA-C157-3A37-486CC393A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4BC0-0032-54C6-A799-9AB2181B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70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DF498-19DB-6E01-7FB5-00D06BB5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17A2E-E952-175D-3465-4EC68CE09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539FF-93BF-C465-91B4-2E9DAD6C0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CA08-C688-4736-B48D-54330E3B0660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432BC-4283-CDFC-421D-D469F9FD6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9DBCB-CF2E-A93D-7EAD-4F3C3D03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74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3D6B6-D232-948A-138C-DA2EA5639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F10EA-3DC8-49EA-1B91-F8BA0D4E3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842CF-830F-0F98-AA72-BD20CF95B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A2959-0F8E-4F90-871A-8F5FD7C39EC8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15230-A070-5921-67DC-E21CDBD9A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30522-B86C-47BA-4EC4-96DA3B80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16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9EF9F-57E7-E39A-924F-40627791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8A653-56EF-0E36-7C60-F0AB4E047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E3201-4AEC-0EE4-AD34-965D48A2C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92B446-0666-4388-4CEA-66DEAE80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47246-D1ED-490C-B907-18BC78CE6760}" type="datetime1">
              <a:rPr lang="en-GB" smtClean="0"/>
              <a:t>07/11/2024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5F28DE-F1EF-5513-AEF7-BE8C8538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6949C-F1C7-9FF5-B414-EDB1D953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96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1561-8400-F069-8912-90780363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30A9F-C03B-8836-A9DD-C07EF1EBD1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CA115-9320-4AFB-56DB-F86430A3C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65246-78A1-C25A-36AE-EE96C7B22D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EC2AB-5B46-C77E-F578-525D309068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92CB54-CCDD-03DA-FAA6-FE8E034F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20BB0-71AE-4107-B014-A2BC23E779E7}" type="datetime1">
              <a:rPr lang="en-GB" smtClean="0"/>
              <a:t>07/11/2024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57FCD-8E23-5C7A-4DF8-2EABECF4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20589B-C2AF-D188-85F6-E000DD456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63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9816-87D9-5919-2408-9BF55263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6B25E-8C39-6683-5580-2DE6CD04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30EF8-B2C4-45D1-9C57-5415AFB88FFD}" type="datetime1">
              <a:rPr lang="en-GB" smtClean="0"/>
              <a:t>07/11/2024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E6C932-4559-32D7-CC00-D8A77EA4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0C747-99FD-FBFB-801D-DC6789BA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873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DF875B-7529-4CF6-F2F1-6DA7506E4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BD74F-8DB5-4E16-85A3-7EB5BBD6A1D0}" type="datetime1">
              <a:rPr lang="en-GB" smtClean="0"/>
              <a:t>07/11/2024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D7500-20CB-4823-237E-F92369B9D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475FE-7AB9-FEF4-7C55-BBBBB64F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493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1947-E442-AE9C-B1C0-7FDD992FA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04244-3C7D-E5C2-5704-8115CA484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8AED1-F303-1ADD-20EE-9717360E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AEDE8-F5BD-D9A8-8D4C-900D04A1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743B4-2A34-40EC-A0AA-458AEED764AC}" type="datetime1">
              <a:rPr lang="en-GB" smtClean="0"/>
              <a:t>07/11/2024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427B5-241A-751E-6FD1-DE8FDADC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00003-AE23-0B2B-F6D7-F33A049D8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303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2D28D-EF0E-BB0F-A503-9A9C312E1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DFF94-8511-9A60-1C65-399A2C37C0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FFF2FB-3507-F506-B576-B6A8E1515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22664-5242-EC6A-F23F-CB4214A47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BFF93-216F-4D16-9658-CAD79F528681}" type="datetime1">
              <a:rPr lang="en-GB" smtClean="0"/>
              <a:t>07/11/2024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F2B1C-BDBC-96AE-1529-785D4B4E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4FE0F-0F73-6AA4-3535-2BA125B4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507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E5430-EFC8-1BDF-D8CC-327531F7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30876-531C-622C-1D53-368A88C92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0F00B-3598-EBF6-10DC-1DC1AE722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27954-6BA2-48F8-8324-E7B42E1DF6B8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E92D5-005B-5214-A84D-63B9732C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52FC3-382D-2EAA-4DAA-80B17BE6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01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1345F8-3A76-C88E-3AA8-D33BABDB0F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333F38-8D14-742E-5719-6BD78FCCE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6E6B-F8CD-EA85-8C83-0C2F183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D4326-195C-4919-8134-94385E9DEDD3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C20BB-3524-0620-7529-6FE6DFBAB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46E69-B698-7D32-9C03-1BBE5B48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758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0353DD-2100-041D-43A6-665172502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90962-4262-44AB-26FA-957C7D5E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C8467-1291-74AF-0602-7E5F1A9DB0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77C4E-3FF8-4D7B-9C77-296658F7CF32}" type="datetime1">
              <a:rPr lang="en-GB" smtClean="0"/>
              <a:t>07/11/2024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DD07F-7F85-FE61-1FDB-ACFE50B00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1: Kempen et al (2023) Fast and accurate protein structure search with Foldseek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6E40-7754-88D2-9083-64B8A8027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A591C-985B-4013-A3A4-EEE533F44A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746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D081C-AB28-F728-2D40-408A50406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latin typeface="Montserrat Light" pitchFamily="2" charset="0"/>
              </a:rPr>
              <a:t>Weekly Update #31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00D92-1E8E-3C02-5128-031D9B744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latin typeface="Montserrat" pitchFamily="2" charset="0"/>
              </a:rPr>
              <a:t>Gijs Admiraal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21FEE-C09C-57D1-63F0-9C80EA125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8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4161-AD33-6DEF-4DA4-A9D3F9F4E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week?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9469F-7820-9DB1-F28C-B5063CD91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Rewriting paper</a:t>
            </a:r>
          </a:p>
          <a:p>
            <a:pPr lvl="1"/>
            <a:r>
              <a:rPr lang="en-GB" dirty="0"/>
              <a:t>Small changes here </a:t>
            </a:r>
            <a:r>
              <a:rPr lang="en-GB"/>
              <a:t>and there</a:t>
            </a:r>
            <a:endParaRPr lang="en-GB" dirty="0"/>
          </a:p>
          <a:p>
            <a:r>
              <a:rPr lang="en-GB" dirty="0"/>
              <a:t>Fixed absorbing model</a:t>
            </a:r>
          </a:p>
          <a:p>
            <a:pPr lvl="1"/>
            <a:r>
              <a:rPr lang="en-GB" dirty="0"/>
              <a:t>Was using the wrong Q matrices</a:t>
            </a:r>
          </a:p>
          <a:p>
            <a:r>
              <a:rPr lang="en-GB" dirty="0"/>
              <a:t>Updating pipeline</a:t>
            </a:r>
          </a:p>
          <a:p>
            <a:pPr lvl="1"/>
            <a:r>
              <a:rPr lang="en-GB" dirty="0"/>
              <a:t>Incorporate feedback and more maintainable</a:t>
            </a:r>
          </a:p>
          <a:p>
            <a:r>
              <a:rPr lang="en-GB" dirty="0"/>
              <a:t>Cluster again so busy</a:t>
            </a:r>
          </a:p>
          <a:p>
            <a:pPr lvl="1"/>
            <a:r>
              <a:rPr lang="en-GB" dirty="0"/>
              <a:t>Training models</a:t>
            </a:r>
          </a:p>
          <a:p>
            <a:pPr lvl="1"/>
            <a:r>
              <a:rPr lang="en-GB" dirty="0"/>
              <a:t>Getting new results absorbing</a:t>
            </a:r>
          </a:p>
          <a:p>
            <a:pPr lvl="1"/>
            <a:r>
              <a:rPr lang="en-GB" dirty="0"/>
              <a:t>Queue goes back and forth</a:t>
            </a:r>
          </a:p>
          <a:p>
            <a:r>
              <a:rPr lang="en-GB" dirty="0"/>
              <a:t>Created new figure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52FA8-36DE-5E90-DFAA-172C24E8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653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7E0D-6611-3EA6-4BC3-E7482752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New figure</a:t>
            </a:r>
          </a:p>
        </p:txBody>
      </p:sp>
      <p:pic>
        <p:nvPicPr>
          <p:cNvPr id="8" name="Content Placeholder 7" descr="A diagram of a molecule&#10;&#10;Description automatically generated with medium confidence">
            <a:extLst>
              <a:ext uri="{FF2B5EF4-FFF2-40B4-BE49-F238E27FC236}">
                <a16:creationId xmlns:a16="http://schemas.microsoft.com/office/drawing/2014/main" id="{9F396815-F062-7E08-BEB0-140EEA1D4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82" y="1376453"/>
            <a:ext cx="4631945" cy="5294132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F08B9-4C4F-21B1-330B-04DA0817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A591C-985B-4013-A3A4-EEE533F44A28}" type="slidenum">
              <a:rPr lang="en-GB" smtClean="0"/>
              <a:t>3</a:t>
            </a:fld>
            <a:endParaRPr lang="en-GB"/>
          </a:p>
        </p:txBody>
      </p:sp>
      <p:pic>
        <p:nvPicPr>
          <p:cNvPr id="10" name="Picture 9" descr="A diagram of a molecule&#10;&#10;Description automatically generated">
            <a:extLst>
              <a:ext uri="{FF2B5EF4-FFF2-40B4-BE49-F238E27FC236}">
                <a16:creationId xmlns:a16="http://schemas.microsoft.com/office/drawing/2014/main" id="{CF644712-DD7B-6A36-C2B4-8DCA10CE46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15821"/>
            <a:ext cx="5452617" cy="290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05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ntserrat">
      <a:majorFont>
        <a:latin typeface="Montserrat Ligh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FAD911B2078E4FAC111FDBF9740ABB" ma:contentTypeVersion="8" ma:contentTypeDescription="Een nieuw document maken." ma:contentTypeScope="" ma:versionID="40d074649a363fe51b3448598e53368b">
  <xsd:schema xmlns:xsd="http://www.w3.org/2001/XMLSchema" xmlns:xs="http://www.w3.org/2001/XMLSchema" xmlns:p="http://schemas.microsoft.com/office/2006/metadata/properties" xmlns:ns3="32f5fda4-97a3-47c7-8308-3025c576a379" xmlns:ns4="065d5d57-d9fb-4c30-80d3-68aca1ff0522" targetNamespace="http://schemas.microsoft.com/office/2006/metadata/properties" ma:root="true" ma:fieldsID="ec6108434aa42753abd390293100ccab" ns3:_="" ns4:_="">
    <xsd:import namespace="32f5fda4-97a3-47c7-8308-3025c576a379"/>
    <xsd:import namespace="065d5d57-d9fb-4c30-80d3-68aca1ff052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f5fda4-97a3-47c7-8308-3025c576a3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5d5d57-d9fb-4c30-80d3-68aca1ff052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f5fda4-97a3-47c7-8308-3025c576a37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231DB8-6A69-4494-AFC0-8225C457A1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f5fda4-97a3-47c7-8308-3025c576a379"/>
    <ds:schemaRef ds:uri="065d5d57-d9fb-4c30-80d3-68aca1ff05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132242-1526-4AAA-B2E0-CF080077ABF5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65d5d57-d9fb-4c30-80d3-68aca1ff0522"/>
    <ds:schemaRef ds:uri="32f5fda4-97a3-47c7-8308-3025c576a37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32F3C67-3F37-474D-9609-B4FDD4474B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Weekly_Update_27</Template>
  <TotalTime>3527</TotalTime>
  <Words>55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Montserrat</vt:lpstr>
      <vt:lpstr>Montserrat Light</vt:lpstr>
      <vt:lpstr>Office Theme</vt:lpstr>
      <vt:lpstr>Weekly Update #31</vt:lpstr>
      <vt:lpstr>This week?</vt:lpstr>
      <vt:lpstr>New figure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Gijs Admiraal</dc:creator>
  <cp:lastModifiedBy>Gijs Admiraal</cp:lastModifiedBy>
  <cp:revision>6</cp:revision>
  <dcterms:created xsi:type="dcterms:W3CDTF">2024-10-03T10:14:25Z</dcterms:created>
  <dcterms:modified xsi:type="dcterms:W3CDTF">2024-11-07T09:22:40Z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0x0101001CFAD911B2078E4FAC111FDBF9740ABB</vt:lpwstr>
  </property>
</Properties>
</file>