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305" r:id="rId6"/>
    <p:sldId id="306" r:id="rId7"/>
    <p:sldId id="307" r:id="rId8"/>
    <p:sldId id="308" r:id="rId9"/>
    <p:sldId id="309" r:id="rId10"/>
    <p:sldId id="310" r:id="rId11"/>
    <p:sldId id="312" r:id="rId12"/>
    <p:sldId id="313" r:id="rId13"/>
    <p:sldId id="314" r:id="rId1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CEBF"/>
    <a:srgbClr val="E37892"/>
    <a:srgbClr val="DC6D3D"/>
    <a:srgbClr val="7C53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4B73FC-D28C-4B0B-B7BA-DACD5ED0683C}" v="182" dt="2024-10-07T12:27:23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6" autoAdjust="0"/>
    <p:restoredTop sz="94660"/>
  </p:normalViewPr>
  <p:slideViewPr>
    <p:cSldViewPr snapToGrid="0">
      <p:cViewPr>
        <p:scale>
          <a:sx n="65" d="100"/>
          <a:sy n="65" d="100"/>
        </p:scale>
        <p:origin x="156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852C0-B3AD-422A-8AC7-999B4B96542A}" type="datetimeFigureOut">
              <a:rPr lang="en-GB" smtClean="0"/>
              <a:t>17/10/2024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DEC08-3FA1-4AFD-BCF5-808F173EFE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14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2D26C-DFF4-89A2-2482-E20455D45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6C2100-FF5B-385D-B839-F84A0BC6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3FEB6-06B2-6EFB-0AE9-AC77E8621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58E6-68E5-4178-872D-0F851C97ED69}" type="datetime1">
              <a:rPr lang="en-GB" smtClean="0"/>
              <a:t>17/10/2024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FBDB2-84FA-C157-3A37-486CC393A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4BC0-0032-54C6-A799-9AB2181B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70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F498-19DB-6E01-7FB5-00D06BB5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17A2E-E952-175D-3465-4EC68CE09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539FF-93BF-C465-91B4-2E9DAD6C0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CA08-C688-4736-B48D-54330E3B0660}" type="datetime1">
              <a:rPr lang="en-GB" smtClean="0"/>
              <a:t>17/10/2024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432BC-4283-CDFC-421D-D469F9FD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9DBCB-CF2E-A93D-7EAD-4F3C3D03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74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D6B6-D232-948A-138C-DA2EA563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F10EA-3DC8-49EA-1B91-F8BA0D4E3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842CF-830F-0F98-AA72-BD20CF95B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2959-0F8E-4F90-871A-8F5FD7C39EC8}" type="datetime1">
              <a:rPr lang="en-GB" smtClean="0"/>
              <a:t>17/10/2024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15230-A070-5921-67DC-E21CDBD9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30522-B86C-47BA-4EC4-96DA3B80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161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EF9F-57E7-E39A-924F-40627791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8A653-56EF-0E36-7C60-F0AB4E047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E3201-4AEC-0EE4-AD34-965D48A2C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2B446-0666-4388-4CEA-66DEAE80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47246-D1ED-490C-B907-18BC78CE6760}" type="datetime1">
              <a:rPr lang="en-GB" smtClean="0"/>
              <a:t>17/10/2024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F28DE-F1EF-5513-AEF7-BE8C85381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6949C-F1C7-9FF5-B414-EDB1D953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965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D1561-8400-F069-8912-90780363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30A9F-C03B-8836-A9DD-C07EF1EBD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CA115-9320-4AFB-56DB-F86430A3C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65246-78A1-C25A-36AE-EE96C7B22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EC2AB-5B46-C77E-F578-525D309068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2CB54-CCDD-03DA-FAA6-FE8E034F6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20BB0-71AE-4107-B014-A2BC23E779E7}" type="datetime1">
              <a:rPr lang="en-GB" smtClean="0"/>
              <a:t>17/10/2024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D57FCD-8E23-5C7A-4DF8-2EABECF40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20589B-C2AF-D188-85F6-E000DD456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37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9816-87D9-5919-2408-9BF55263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6B25E-8C39-6683-5580-2DE6CD04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30EF8-B2C4-45D1-9C57-5415AFB88FFD}" type="datetime1">
              <a:rPr lang="en-GB" smtClean="0"/>
              <a:t>17/10/2024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6C932-4559-32D7-CC00-D8A77EA4E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0C747-99FD-FBFB-801D-DC6789BA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873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F875B-7529-4CF6-F2F1-6DA7506E4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D74F-8DB5-4E16-85A3-7EB5BBD6A1D0}" type="datetime1">
              <a:rPr lang="en-GB" smtClean="0"/>
              <a:t>17/10/2024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D7500-20CB-4823-237E-F92369B9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475FE-7AB9-FEF4-7C55-BBBBB64F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49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1947-E442-AE9C-B1C0-7FDD992FA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4244-3C7D-E5C2-5704-8115CA484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8AED1-F303-1ADD-20EE-9717360E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AEDE8-F5BD-D9A8-8D4C-900D04A1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43B4-2A34-40EC-A0AA-458AEED764AC}" type="datetime1">
              <a:rPr lang="en-GB" smtClean="0"/>
              <a:t>17/10/2024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427B5-241A-751E-6FD1-DE8FDADC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00003-AE23-0B2B-F6D7-F33A049D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03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2D28D-EF0E-BB0F-A503-9A9C312E1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DFF94-8511-9A60-1C65-399A2C37C0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FF2FB-3507-F506-B576-B6A8E1515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22664-5242-EC6A-F23F-CB4214A47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BFF93-216F-4D16-9658-CAD79F528681}" type="datetime1">
              <a:rPr lang="en-GB" smtClean="0"/>
              <a:t>17/10/2024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F2B1C-BDBC-96AE-1529-785D4B4E7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4FE0F-0F73-6AA4-3535-2BA125B4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507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5430-EFC8-1BDF-D8CC-327531F79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30876-531C-622C-1D53-368A88C92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0F00B-3598-EBF6-10DC-1DC1AE72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27954-6BA2-48F8-8324-E7B42E1DF6B8}" type="datetime1">
              <a:rPr lang="en-GB" smtClean="0"/>
              <a:t>17/10/2024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E92D5-005B-5214-A84D-63B9732C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52FC3-382D-2EAA-4DAA-80B17BE6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012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1345F8-3A76-C88E-3AA8-D33BABDB0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33F38-8D14-742E-5719-6BD78FCCE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36E6B-F8CD-EA85-8C83-0C2F1835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D4326-195C-4919-8134-94385E9DEDD3}" type="datetime1">
              <a:rPr lang="en-GB" smtClean="0"/>
              <a:t>17/10/2024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C20BB-3524-0620-7529-6FE6DFBAB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46E69-B698-7D32-9C03-1BBE5B48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758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0353DD-2100-041D-43A6-665172502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90962-4262-44AB-26FA-957C7D5E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C8467-1291-74AF-0602-7E5F1A9DB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77C4E-3FF8-4D7B-9C77-296658F7CF32}" type="datetime1">
              <a:rPr lang="en-GB" smtClean="0"/>
              <a:t>17/10/2024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DD07F-7F85-FE61-1FDB-ACFE50B00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56E40-7754-88D2-9083-64B8A8027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74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081C-AB28-F728-2D40-408A50406E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Montserrat Light" pitchFamily="2" charset="0"/>
              </a:rPr>
              <a:t>Weekly Update #28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00D92-1E8E-3C02-5128-031D9B744B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Montserrat" pitchFamily="2" charset="0"/>
              </a:rPr>
              <a:t>Gijs Admiraal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21FEE-C09C-57D1-63F0-9C80EA125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8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64161-AD33-6DEF-4DA4-A9D3F9F4E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week?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9469F-7820-9DB1-F28C-B5063CD91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Added extra metrics to pipeline</a:t>
            </a:r>
          </a:p>
          <a:p>
            <a:r>
              <a:rPr lang="en-GB" dirty="0"/>
              <a:t>Writing, writing, writing</a:t>
            </a:r>
          </a:p>
          <a:p>
            <a:r>
              <a:rPr lang="en-GB" dirty="0"/>
              <a:t>Fixing training/validation</a:t>
            </a:r>
          </a:p>
          <a:p>
            <a:r>
              <a:rPr lang="en-GB" dirty="0"/>
              <a:t>Updated data analysis graphs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52FA8-36DE-5E90-DFAA-172C24E8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65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25829-B280-E76B-2969-2F2149088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C6083-6821-6257-3571-C5FB4AF7A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Conversion checks</a:t>
            </a:r>
          </a:p>
          <a:p>
            <a:pPr lvl="1"/>
            <a:r>
              <a:rPr lang="en-GB" dirty="0"/>
              <a:t>SELFIES-&gt;SMILES-&gt;AA-&gt;SMILES-&gt;SELFIES</a:t>
            </a:r>
          </a:p>
          <a:p>
            <a:r>
              <a:rPr lang="en-GB" dirty="0"/>
              <a:t>Added average ratio per sequence</a:t>
            </a:r>
          </a:p>
          <a:p>
            <a:r>
              <a:rPr lang="en-GB" dirty="0"/>
              <a:t>Correlation between numeric values</a:t>
            </a:r>
          </a:p>
          <a:p>
            <a:pPr lvl="1"/>
            <a:r>
              <a:rPr lang="en-GB" dirty="0"/>
              <a:t>Unused SELFIES</a:t>
            </a:r>
          </a:p>
          <a:p>
            <a:pPr lvl="1"/>
            <a:r>
              <a:rPr lang="en-GB" dirty="0"/>
              <a:t>Number of residues</a:t>
            </a:r>
          </a:p>
          <a:p>
            <a:pPr lvl="1"/>
            <a:r>
              <a:rPr lang="en-GB" dirty="0"/>
              <a:t>(Non)-Canonical residues</a:t>
            </a:r>
          </a:p>
          <a:p>
            <a:pPr lvl="1"/>
            <a:r>
              <a:rPr lang="en-GB" dirty="0"/>
              <a:t>Stereochemistry &amp; Constitution correct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42DAD-4655-6483-4710-967D0D444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13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E99A5-B7E7-7EE5-1A1D-BD0084837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1A0C3-F435-3D97-F958-2625E61BF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Restart problems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Optimizer and schedular states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Restarting begins with training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Checkpoint vs logging frequency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Restarting in an epoch</a:t>
            </a:r>
          </a:p>
          <a:p>
            <a:r>
              <a:rPr lang="en-GB" dirty="0"/>
              <a:t>Training four long jobs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AD428-8DB8-8AC0-E087-083DB8BC5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80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4ADC7-D09F-0EA6-D261-A3FA6BC20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5</a:t>
            </a:fld>
            <a:endParaRPr lang="en-GB"/>
          </a:p>
        </p:txBody>
      </p:sp>
      <p:pic>
        <p:nvPicPr>
          <p:cNvPr id="10" name="Picture 9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CC97A7A7-3EA2-B513-CB1A-E3489C357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7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7F4F0-CD99-E75F-76B9-180DE8E68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6</a:t>
            </a:fld>
            <a:endParaRPr lang="en-GB"/>
          </a:p>
        </p:txBody>
      </p:sp>
      <p:pic>
        <p:nvPicPr>
          <p:cNvPr id="8" name="Picture 7" descr="A graph with different colored rectangles&#10;&#10;Description automatically generated">
            <a:extLst>
              <a:ext uri="{FF2B5EF4-FFF2-40B4-BE49-F238E27FC236}">
                <a16:creationId xmlns:a16="http://schemas.microsoft.com/office/drawing/2014/main" id="{CCB7E9F1-FECC-00DE-761B-C3BB5B846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94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2F632-1451-3DB9-F098-F6CA7FAA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7</a:t>
            </a:fld>
            <a:endParaRPr lang="en-GB"/>
          </a:p>
        </p:txBody>
      </p:sp>
      <p:pic>
        <p:nvPicPr>
          <p:cNvPr id="6" name="Content Placeholder 5" descr="A colorful chart with numbers&#10;&#10;Description automatically generated with medium confidence">
            <a:extLst>
              <a:ext uri="{FF2B5EF4-FFF2-40B4-BE49-F238E27FC236}">
                <a16:creationId xmlns:a16="http://schemas.microsoft.com/office/drawing/2014/main" id="{333B10F1-5B6B-777A-58F5-02A3EBE7E2B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806" y="363537"/>
            <a:ext cx="9196387" cy="6130925"/>
          </a:xfrm>
        </p:spPr>
      </p:pic>
    </p:spTree>
    <p:extLst>
      <p:ext uri="{BB962C8B-B14F-4D97-AF65-F5344CB8AC3E}">
        <p14:creationId xmlns:p14="http://schemas.microsoft.com/office/powerpoint/2010/main" val="1056093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1A326E-A751-0174-9E3B-AF188B24F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F6DE57-099F-4884-C77C-C300083B5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35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79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269E52-7ABB-32FA-4207-11A02E5F1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9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26B71B-3A93-312A-8CDB-749D32E87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216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167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EAD0CD-93D9-5FFC-59EC-CF488F666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10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E58C6D-7A73-AC87-BDDC-DF35B8F11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81250" y="658200"/>
            <a:ext cx="7429500" cy="554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675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ntserrat">
      <a:majorFont>
        <a:latin typeface="Montserrat Ligh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2f5fda4-97a3-47c7-8308-3025c576a3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FAD911B2078E4FAC111FDBF9740ABB" ma:contentTypeVersion="8" ma:contentTypeDescription="Een nieuw document maken." ma:contentTypeScope="" ma:versionID="40d074649a363fe51b3448598e53368b">
  <xsd:schema xmlns:xsd="http://www.w3.org/2001/XMLSchema" xmlns:xs="http://www.w3.org/2001/XMLSchema" xmlns:p="http://schemas.microsoft.com/office/2006/metadata/properties" xmlns:ns3="32f5fda4-97a3-47c7-8308-3025c576a379" xmlns:ns4="065d5d57-d9fb-4c30-80d3-68aca1ff0522" targetNamespace="http://schemas.microsoft.com/office/2006/metadata/properties" ma:root="true" ma:fieldsID="ec6108434aa42753abd390293100ccab" ns3:_="" ns4:_="">
    <xsd:import namespace="32f5fda4-97a3-47c7-8308-3025c576a379"/>
    <xsd:import namespace="065d5d57-d9fb-4c30-80d3-68aca1ff052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fda4-97a3-47c7-8308-3025c576a3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5d5d57-d9fb-4c30-80d3-68aca1ff052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132242-1526-4AAA-B2E0-CF080077ABF5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65d5d57-d9fb-4c30-80d3-68aca1ff0522"/>
    <ds:schemaRef ds:uri="32f5fda4-97a3-47c7-8308-3025c576a379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32F3C67-3F37-474D-9609-B4FDD4474B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231DB8-6A69-4494-AFC0-8225C457A1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5fda4-97a3-47c7-8308-3025c576a379"/>
    <ds:schemaRef ds:uri="065d5d57-d9fb-4c30-80d3-68aca1ff05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Weekly_Update_27</Template>
  <TotalTime>2022</TotalTime>
  <Words>97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Montserrat</vt:lpstr>
      <vt:lpstr>Montserrat Light</vt:lpstr>
      <vt:lpstr>Office Theme</vt:lpstr>
      <vt:lpstr>Weekly Update #28</vt:lpstr>
      <vt:lpstr>This week?</vt:lpstr>
      <vt:lpstr>Extra metrics</vt:lpstr>
      <vt:lpstr>Training issues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Gijs Admiraal</dc:creator>
  <cp:lastModifiedBy>Gijs Admiraal</cp:lastModifiedBy>
  <cp:revision>4</cp:revision>
  <dcterms:created xsi:type="dcterms:W3CDTF">2024-10-03T10:14:25Z</dcterms:created>
  <dcterms:modified xsi:type="dcterms:W3CDTF">2024-10-17T14:24:04Z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0x0101001CFAD911B2078E4FAC111FDBF9740ABB</vt:lpwstr>
  </property>
</Properties>
</file>